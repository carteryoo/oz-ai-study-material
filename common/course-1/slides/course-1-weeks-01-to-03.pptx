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  <Override PartName="/ppt/slides/slide71.xml" ContentType="application/vnd.openxmlformats-officedocument.presentationml.slide+xml"/>
  <Override PartName="/ppt/notesSlides/notesSlide71.xml" ContentType="application/vnd.openxmlformats-officedocument.presentationml.notesSlide+xml"/>
  <Override PartName="/ppt/slides/slide72.xml" ContentType="application/vnd.openxmlformats-officedocument.presentationml.slide+xml"/>
  <Override PartName="/ppt/notesSlides/notesSlide72.xml" ContentType="application/vnd.openxmlformats-officedocument.presentationml.notesSlide+xml"/>
  <Override PartName="/ppt/slides/slide73.xml" ContentType="application/vnd.openxmlformats-officedocument.presentationml.slide+xml"/>
  <Override PartName="/ppt/notesSlides/notesSlide73.xml" ContentType="application/vnd.openxmlformats-officedocument.presentationml.notesSlide+xml"/>
  <Override PartName="/ppt/slides/slide74.xml" ContentType="application/vnd.openxmlformats-officedocument.presentationml.slide+xml"/>
  <Override PartName="/ppt/notesSlides/notesSlide74.xml" ContentType="application/vnd.openxmlformats-officedocument.presentationml.notesSlide+xml"/>
  <Override PartName="/ppt/slides/slide75.xml" ContentType="application/vnd.openxmlformats-officedocument.presentationml.slide+xml"/>
  <Override PartName="/ppt/notesSlides/notesSlide75.xml" ContentType="application/vnd.openxmlformats-officedocument.presentationml.notesSlide+xml"/>
  <Override PartName="/ppt/slides/slide76.xml" ContentType="application/vnd.openxmlformats-officedocument.presentationml.slide+xml"/>
  <Override PartName="/ppt/notesSlides/notesSlide76.xml" ContentType="application/vnd.openxmlformats-officedocument.presentationml.notesSlide+xml"/>
  <Override PartName="/ppt/slides/slide77.xml" ContentType="application/vnd.openxmlformats-officedocument.presentationml.slide+xml"/>
  <Override PartName="/ppt/notesSlides/notesSlide7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79.xml" ContentType="application/vnd.openxmlformats-officedocument.presentationml.notesSlide+xml"/>
  <Override PartName="/ppt/slides/slide80.xml" ContentType="application/vnd.openxmlformats-officedocument.presentationml.slide+xml"/>
  <Override PartName="/ppt/notesSlides/notesSlide80.xml" ContentType="application/vnd.openxmlformats-officedocument.presentationml.notesSlide+xml"/>
  <Override PartName="/ppt/slides/slide81.xml" ContentType="application/vnd.openxmlformats-officedocument.presentationml.slide+xml"/>
  <Override PartName="/ppt/notesSlides/notesSlide81.xml" ContentType="application/vnd.openxmlformats-officedocument.presentationml.notesSlide+xml"/>
  <Override PartName="/ppt/slides/slide82.xml" ContentType="application/vnd.openxmlformats-officedocument.presentationml.slide+xml"/>
  <Override PartName="/ppt/notesSlides/notesSlide82.xml" ContentType="application/vnd.openxmlformats-officedocument.presentationml.notesSlide+xml"/>
  <Override PartName="/ppt/slides/slide83.xml" ContentType="application/vnd.openxmlformats-officedocument.presentationml.slide+xml"/>
  <Override PartName="/ppt/notesSlides/notesSlide8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85.xml" ContentType="application/vnd.openxmlformats-officedocument.presentationml.slide+xml"/>
  <Override PartName="/ppt/notesSlides/notesSlide85.xml" ContentType="application/vnd.openxmlformats-officedocument.presentationml.notesSlide+xml"/>
  <Override PartName="/ppt/slides/slide86.xml" ContentType="application/vnd.openxmlformats-officedocument.presentationml.slide+xml"/>
  <Override PartName="/ppt/notesSlides/notesSlide86.xml" ContentType="application/vnd.openxmlformats-officedocument.presentationml.notesSlide+xml"/>
  <Override PartName="/ppt/slides/slide87.xml" ContentType="application/vnd.openxmlformats-officedocument.presentationml.slide+xml"/>
  <Override PartName="/ppt/notesSlides/notesSlide87.xml" ContentType="application/vnd.openxmlformats-officedocument.presentationml.notesSlide+xml"/>
  <Override PartName="/ppt/slides/slide88.xml" ContentType="application/vnd.openxmlformats-officedocument.presentationml.slide+xml"/>
  <Override PartName="/ppt/notesSlides/notesSlide88.xml" ContentType="application/vnd.openxmlformats-officedocument.presentationml.notesSlide+xml"/>
  <Override PartName="/ppt/slides/slide89.xml" ContentType="application/vnd.openxmlformats-officedocument.presentationml.slide+xml"/>
  <Override PartName="/ppt/notesSlides/notesSlide89.xml" ContentType="application/vnd.openxmlformats-officedocument.presentationml.notesSlide+xml"/>
  <Override PartName="/ppt/slides/slide90.xml" ContentType="application/vnd.openxmlformats-officedocument.presentationml.slide+xml"/>
  <Override PartName="/ppt/notesSlides/notesSlide90.xml" ContentType="application/vnd.openxmlformats-officedocument.presentationml.notesSlide+xml"/>
  <Override PartName="/ppt/slides/slide91.xml" ContentType="application/vnd.openxmlformats-officedocument.presentationml.slide+xml"/>
  <Override PartName="/ppt/notesSlides/notesSlide91.xml" ContentType="application/vnd.openxmlformats-officedocument.presentationml.notesSlide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ppt/slides/slide93.xml" ContentType="application/vnd.openxmlformats-officedocument.presentationml.slide+xml"/>
  <Override PartName="/ppt/notesSlides/notesSlide93.xml" ContentType="application/vnd.openxmlformats-officedocument.presentationml.notesSlide+xml"/>
  <Override PartName="/ppt/slides/slide94.xml" ContentType="application/vnd.openxmlformats-officedocument.presentationml.slide+xml"/>
  <Override PartName="/ppt/notesSlides/notesSlide94.xml" ContentType="application/vnd.openxmlformats-officedocument.presentationml.notesSlide+xml"/>
  <Override PartName="/ppt/slides/slide95.xml" ContentType="application/vnd.openxmlformats-officedocument.presentationml.slide+xml"/>
  <Override PartName="/ppt/notesSlides/notesSlide95.xml" ContentType="application/vnd.openxmlformats-officedocument.presentationml.notesSlide+xml"/>
  <Override PartName="/ppt/slides/slide96.xml" ContentType="application/vnd.openxmlformats-officedocument.presentationml.slide+xml"/>
  <Override PartName="/ppt/notesSlides/notesSlide96.xml" ContentType="application/vnd.openxmlformats-officedocument.presentationml.notesSlide+xml"/>
  <Override PartName="/ppt/slides/slide97.xml" ContentType="application/vnd.openxmlformats-officedocument.presentationml.slide+xml"/>
  <Override PartName="/ppt/notesSlides/notesSlide97.xml" ContentType="application/vnd.openxmlformats-officedocument.presentationml.notesSlide+xml"/>
  <Override PartName="/ppt/slides/slide98.xml" ContentType="application/vnd.openxmlformats-officedocument.presentationml.slide+xml"/>
  <Override PartName="/ppt/notesSlides/notesSlide98.xml" ContentType="application/vnd.openxmlformats-officedocument.presentationml.notesSlide+xml"/>
  <Override PartName="/ppt/slides/slide99.xml" ContentType="application/vnd.openxmlformats-officedocument.presentationml.slide+xml"/>
  <Override PartName="/ppt/notesSlides/notesSlide99.xml" ContentType="application/vnd.openxmlformats-officedocument.presentationml.notesSlide+xml"/>
  <Override PartName="/ppt/slides/slide100.xml" ContentType="application/vnd.openxmlformats-officedocument.presentationml.slide+xml"/>
  <Override PartName="/ppt/notesSlides/notesSlide100.xml" ContentType="application/vnd.openxmlformats-officedocument.presentationml.notesSlide+xml"/>
  <Override PartName="/ppt/slides/slide101.xml" ContentType="application/vnd.openxmlformats-officedocument.presentationml.slide+xml"/>
  <Override PartName="/ppt/notesSlides/notesSlide101.xml" ContentType="application/vnd.openxmlformats-officedocument.presentationml.notesSlide+xml"/>
  <Override PartName="/ppt/slides/slide102.xml" ContentType="application/vnd.openxmlformats-officedocument.presentationml.slide+xml"/>
  <Override PartName="/ppt/notesSlides/notesSlide102.xml" ContentType="application/vnd.openxmlformats-officedocument.presentationml.notesSlide+xml"/>
  <Override PartName="/ppt/slides/slide103.xml" ContentType="application/vnd.openxmlformats-officedocument.presentationml.slide+xml"/>
  <Override PartName="/ppt/notesSlides/notesSlide103.xml" ContentType="application/vnd.openxmlformats-officedocument.presentationml.notesSlide+xml"/>
  <Override PartName="/ppt/slides/slide104.xml" ContentType="application/vnd.openxmlformats-officedocument.presentationml.slide+xml"/>
  <Override PartName="/ppt/notesSlides/notesSlide104.xml" ContentType="application/vnd.openxmlformats-officedocument.presentationml.notesSlide+xml"/>
  <Override PartName="/ppt/slides/slide105.xml" ContentType="application/vnd.openxmlformats-officedocument.presentationml.slide+xml"/>
  <Override PartName="/ppt/notesSlides/notesSlide105.xml" ContentType="application/vnd.openxmlformats-officedocument.presentationml.notesSlide+xml"/>
  <Override PartName="/ppt/slides/slide106.xml" ContentType="application/vnd.openxmlformats-officedocument.presentationml.slide+xml"/>
  <Override PartName="/ppt/notesSlides/notesSlide106.xml" ContentType="application/vnd.openxmlformats-officedocument.presentationml.notesSlide+xml"/>
  <Override PartName="/ppt/slides/slide107.xml" ContentType="application/vnd.openxmlformats-officedocument.presentationml.slide+xml"/>
  <Override PartName="/ppt/notesSlides/notesSlide107.xml" ContentType="application/vnd.openxmlformats-officedocument.presentationml.notesSlide+xml"/>
  <Override PartName="/ppt/slides/slide108.xml" ContentType="application/vnd.openxmlformats-officedocument.presentationml.slide+xml"/>
  <Override PartName="/ppt/notesSlides/notesSlide108.xml" ContentType="application/vnd.openxmlformats-officedocument.presentationml.notesSlide+xml"/>
  <Override PartName="/ppt/slides/slide109.xml" ContentType="application/vnd.openxmlformats-officedocument.presentationml.slide+xml"/>
  <Override PartName="/ppt/notesSlides/notesSlide109.xml" ContentType="application/vnd.openxmlformats-officedocument.presentationml.notesSlide+xml"/>
  <Override PartName="/ppt/slides/slide110.xml" ContentType="application/vnd.openxmlformats-officedocument.presentationml.slide+xml"/>
  <Override PartName="/ppt/notesSlides/notesSlide110.xml" ContentType="application/vnd.openxmlformats-officedocument.presentationml.notesSlide+xml"/>
  <Override PartName="/ppt/slides/slide111.xml" ContentType="application/vnd.openxmlformats-officedocument.presentationml.slide+xml"/>
  <Override PartName="/ppt/notesSlides/notesSlide111.xml" ContentType="application/vnd.openxmlformats-officedocument.presentationml.notesSlide+xml"/>
  <Override PartName="/ppt/slides/slide112.xml" ContentType="application/vnd.openxmlformats-officedocument.presentationml.slide+xml"/>
  <Override PartName="/ppt/notesSlides/notesSlide112.xml" ContentType="application/vnd.openxmlformats-officedocument.presentationml.notesSlide+xml"/>
  <Override PartName="/ppt/slides/slide113.xml" ContentType="application/vnd.openxmlformats-officedocument.presentationml.slide+xml"/>
  <Override PartName="/ppt/notesSlides/notesSlide113.xml" ContentType="application/vnd.openxmlformats-officedocument.presentationml.notesSlide+xml"/>
  <Override PartName="/ppt/slides/slide114.xml" ContentType="application/vnd.openxmlformats-officedocument.presentationml.slide+xml"/>
  <Override PartName="/ppt/notesSlides/notesSlide114.xml" ContentType="application/vnd.openxmlformats-officedocument.presentationml.notesSlide+xml"/>
  <Override PartName="/ppt/slides/slide115.xml" ContentType="application/vnd.openxmlformats-officedocument.presentationml.slide+xml"/>
  <Override PartName="/ppt/notesSlides/notesSlide115.xml" ContentType="application/vnd.openxmlformats-officedocument.presentationml.notesSlide+xml"/>
  <Override PartName="/ppt/slides/slide116.xml" ContentType="application/vnd.openxmlformats-officedocument.presentationml.slide+xml"/>
  <Override PartName="/ppt/notesSlides/notesSlide116.xml" ContentType="application/vnd.openxmlformats-officedocument.presentationml.notesSlide+xml"/>
  <Override PartName="/ppt/slides/slide117.xml" ContentType="application/vnd.openxmlformats-officedocument.presentationml.slide+xml"/>
  <Override PartName="/ppt/notesSlides/notesSlide117.xml" ContentType="application/vnd.openxmlformats-officedocument.presentationml.notesSlide+xml"/>
  <Override PartName="/ppt/slides/slide118.xml" ContentType="application/vnd.openxmlformats-officedocument.presentationml.slide+xml"/>
  <Override PartName="/ppt/notesSlides/notesSlide118.xml" ContentType="application/vnd.openxmlformats-officedocument.presentationml.notesSlide+xml"/>
  <Override PartName="/ppt/slides/slide119.xml" ContentType="application/vnd.openxmlformats-officedocument.presentationml.slide+xml"/>
  <Override PartName="/ppt/notesSlides/notesSlide119.xml" ContentType="application/vnd.openxmlformats-officedocument.presentationml.notesSlide+xml"/>
  <Override PartName="/ppt/slides/slide120.xml" ContentType="application/vnd.openxmlformats-officedocument.presentationml.slide+xml"/>
  <Override PartName="/ppt/notesSlides/notesSlide120.xml" ContentType="application/vnd.openxmlformats-officedocument.presentationml.notesSlide+xml"/>
  <Override PartName="/ppt/slides/slide121.xml" ContentType="application/vnd.openxmlformats-officedocument.presentationml.slide+xml"/>
  <Override PartName="/ppt/notesSlides/notesSlide121.xml" ContentType="application/vnd.openxmlformats-officedocument.presentationml.notesSlide+xml"/>
  <Override PartName="/ppt/slides/slide122.xml" ContentType="application/vnd.openxmlformats-officedocument.presentationml.slide+xml"/>
  <Override PartName="/ppt/notesSlides/notesSlide122.xml" ContentType="application/vnd.openxmlformats-officedocument.presentationml.notesSlide+xml"/>
  <Override PartName="/ppt/slides/slide123.xml" ContentType="application/vnd.openxmlformats-officedocument.presentationml.slide+xml"/>
  <Override PartName="/ppt/notesSlides/notesSlide123.xml" ContentType="application/vnd.openxmlformats-officedocument.presentationml.notesSlide+xml"/>
  <Override PartName="/ppt/slides/slide124.xml" ContentType="application/vnd.openxmlformats-officedocument.presentationml.slide+xml"/>
  <Override PartName="/ppt/notesSlides/notesSlide124.xml" ContentType="application/vnd.openxmlformats-officedocument.presentationml.notesSlide+xml"/>
  <Override PartName="/ppt/slides/slide125.xml" ContentType="application/vnd.openxmlformats-officedocument.presentationml.slide+xml"/>
  <Override PartName="/ppt/notesSlides/notesSlide125.xml" ContentType="application/vnd.openxmlformats-officedocument.presentationml.notesSlide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slides/slide127.xml" ContentType="application/vnd.openxmlformats-officedocument.presentationml.slide+xml"/>
  <Override PartName="/ppt/notesSlides/notesSlide127.xml" ContentType="application/vnd.openxmlformats-officedocument.presentationml.notesSlide+xml"/>
  <Override PartName="/ppt/slides/slide128.xml" ContentType="application/vnd.openxmlformats-officedocument.presentationml.slide+xml"/>
  <Override PartName="/ppt/notesSlides/notesSlide128.xml" ContentType="application/vnd.openxmlformats-officedocument.presentationml.notesSlide+xml"/>
  <Override PartName="/ppt/slides/slide129.xml" ContentType="application/vnd.openxmlformats-officedocument.presentationml.slide+xml"/>
  <Override PartName="/ppt/notesSlides/notesSlide129.xml" ContentType="application/vnd.openxmlformats-officedocument.presentationml.notesSlide+xml"/>
  <Override PartName="/ppt/slides/slide130.xml" ContentType="application/vnd.openxmlformats-officedocument.presentationml.slide+xml"/>
  <Override PartName="/ppt/notesSlides/notesSlide130.xml" ContentType="application/vnd.openxmlformats-officedocument.presentationml.notesSlide+xml"/>
  <Override PartName="/ppt/slides/slide131.xml" ContentType="application/vnd.openxmlformats-officedocument.presentationml.slide+xml"/>
  <Override PartName="/ppt/notesSlides/notesSlide131.xml" ContentType="application/vnd.openxmlformats-officedocument.presentationml.notesSlide+xml"/>
  <Override PartName="/ppt/slides/slide132.xml" ContentType="application/vnd.openxmlformats-officedocument.presentationml.slide+xml"/>
  <Override PartName="/ppt/notesSlides/notesSlide132.xml" ContentType="application/vnd.openxmlformats-officedocument.presentationml.notesSlide+xml"/>
  <Override PartName="/ppt/slides/slide133.xml" ContentType="application/vnd.openxmlformats-officedocument.presentationml.slide+xml"/>
  <Override PartName="/ppt/notesSlides/notesSlide133.xml" ContentType="application/vnd.openxmlformats-officedocument.presentationml.notesSlide+xml"/>
  <Override PartName="/ppt/slides/slide134.xml" ContentType="application/vnd.openxmlformats-officedocument.presentationml.slide+xml"/>
  <Override PartName="/ppt/notesSlides/notesSlide13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ppt/slides/slide136.xml" ContentType="application/vnd.openxmlformats-officedocument.presentationml.slide+xml"/>
  <Override PartName="/ppt/notesSlides/notesSlide136.xml" ContentType="application/vnd.openxmlformats-officedocument.presentationml.notesSlide+xml"/>
  <Override PartName="/ppt/slides/slide137.xml" ContentType="application/vnd.openxmlformats-officedocument.presentationml.slide+xml"/>
  <Override PartName="/ppt/notesSlides/notesSlide137.xml" ContentType="application/vnd.openxmlformats-officedocument.presentationml.notesSlide+xml"/>
  <Override PartName="/ppt/slides/slide138.xml" ContentType="application/vnd.openxmlformats-officedocument.presentationml.slide+xml"/>
  <Override PartName="/ppt/notesSlides/notesSlide138.xml" ContentType="application/vnd.openxmlformats-officedocument.presentationml.notesSlide+xml"/>
  <Override PartName="/ppt/slides/slide139.xml" ContentType="application/vnd.openxmlformats-officedocument.presentationml.slide+xml"/>
  <Override PartName="/ppt/notesSlides/notesSlide139.xml" ContentType="application/vnd.openxmlformats-officedocument.presentationml.notesSlide+xml"/>
  <Override PartName="/ppt/slides/slide140.xml" ContentType="application/vnd.openxmlformats-officedocument.presentationml.slide+xml"/>
  <Override PartName="/ppt/notesSlides/notesSlide140.xml" ContentType="application/vnd.openxmlformats-officedocument.presentationml.notesSlide+xml"/>
  <Override PartName="/ppt/slides/slide141.xml" ContentType="application/vnd.openxmlformats-officedocument.presentationml.slide+xml"/>
  <Override PartName="/ppt/notesSlides/notesSlide141.xml" ContentType="application/vnd.openxmlformats-officedocument.presentationml.notesSlide+xml"/>
  <Override PartName="/ppt/slides/slide142.xml" ContentType="application/vnd.openxmlformats-officedocument.presentationml.slide+xml"/>
  <Override PartName="/ppt/notesSlides/notesSlide142.xml" ContentType="application/vnd.openxmlformats-officedocument.presentationml.notesSlide+xml"/>
  <Override PartName="/ppt/slides/slide143.xml" ContentType="application/vnd.openxmlformats-officedocument.presentationml.slide+xml"/>
  <Override PartName="/ppt/notesSlides/notesSlide143.xml" ContentType="application/vnd.openxmlformats-officedocument.presentationml.notesSlide+xml"/>
  <Override PartName="/ppt/slides/slide144.xml" ContentType="application/vnd.openxmlformats-officedocument.presentationml.slide+xml"/>
  <Override PartName="/ppt/notesSlides/notesSlide144.xml" ContentType="application/vnd.openxmlformats-officedocument.presentationml.notesSlide+xml"/>
  <Override PartName="/ppt/slides/slide145.xml" ContentType="application/vnd.openxmlformats-officedocument.presentationml.slide+xml"/>
  <Override PartName="/ppt/notesSlides/notesSlide145.xml" ContentType="application/vnd.openxmlformats-officedocument.presentationml.notesSlide+xml"/>
  <Override PartName="/ppt/slides/slide146.xml" ContentType="application/vnd.openxmlformats-officedocument.presentationml.slide+xml"/>
  <Override PartName="/ppt/notesSlides/notesSlide146.xml" ContentType="application/vnd.openxmlformats-officedocument.presentationml.notesSlide+xml"/>
  <Override PartName="/ppt/slides/slide147.xml" ContentType="application/vnd.openxmlformats-officedocument.presentationml.slide+xml"/>
  <Override PartName="/ppt/notesSlides/notesSlide147.xml" ContentType="application/vnd.openxmlformats-officedocument.presentationml.notesSlide+xml"/>
  <Override PartName="/ppt/slides/slide148.xml" ContentType="application/vnd.openxmlformats-officedocument.presentationml.slide+xml"/>
  <Override PartName="/ppt/notesSlides/notesSlide148.xml" ContentType="application/vnd.openxmlformats-officedocument.presentationml.notesSlide+xml"/>
  <Override PartName="/ppt/slides/slide149.xml" ContentType="application/vnd.openxmlformats-officedocument.presentationml.slide+xml"/>
  <Override PartName="/ppt/notesSlides/notesSlide149.xml" ContentType="application/vnd.openxmlformats-officedocument.presentationml.notesSlide+xml"/>
  <Override PartName="/ppt/slides/slide150.xml" ContentType="application/vnd.openxmlformats-officedocument.presentationml.slide+xml"/>
  <Override PartName="/ppt/notesSlides/notesSlide150.xml" ContentType="application/vnd.openxmlformats-officedocument.presentationml.notesSlide+xml"/>
  <Override PartName="/ppt/slides/slide151.xml" ContentType="application/vnd.openxmlformats-officedocument.presentationml.slide+xml"/>
  <Override PartName="/ppt/notesSlides/notesSlide151.xml" ContentType="application/vnd.openxmlformats-officedocument.presentationml.notesSlide+xml"/>
  <Override PartName="/ppt/slides/slide152.xml" ContentType="application/vnd.openxmlformats-officedocument.presentationml.slide+xml"/>
  <Override PartName="/ppt/notesSlides/notesSlide152.xml" ContentType="application/vnd.openxmlformats-officedocument.presentationml.notesSlide+xml"/>
  <Override PartName="/ppt/slides/slide153.xml" ContentType="application/vnd.openxmlformats-officedocument.presentationml.slide+xml"/>
  <Override PartName="/ppt/notesSlides/notesSlide153.xml" ContentType="application/vnd.openxmlformats-officedocument.presentationml.notesSlide+xml"/>
  <Override PartName="/ppt/slides/slide154.xml" ContentType="application/vnd.openxmlformats-officedocument.presentationml.slide+xml"/>
  <Override PartName="/ppt/notesSlides/notesSlide154.xml" ContentType="application/vnd.openxmlformats-officedocument.presentationml.notesSlide+xml"/>
  <Override PartName="/ppt/slides/slide155.xml" ContentType="application/vnd.openxmlformats-officedocument.presentationml.slide+xml"/>
  <Override PartName="/ppt/notesSlides/notesSlide155.xml" ContentType="application/vnd.openxmlformats-officedocument.presentationml.notesSlide+xml"/>
  <Override PartName="/ppt/slides/slide156.xml" ContentType="application/vnd.openxmlformats-officedocument.presentationml.slide+xml"/>
  <Override PartName="/ppt/notesSlides/notesSlide156.xml" ContentType="application/vnd.openxmlformats-officedocument.presentationml.notesSlide+xml"/>
  <Override PartName="/ppt/slides/slide157.xml" ContentType="application/vnd.openxmlformats-officedocument.presentationml.slide+xml"/>
  <Override PartName="/ppt/notesSlides/notesSlide157.xml" ContentType="application/vnd.openxmlformats-officedocument.presentationml.notesSlide+xml"/>
  <Override PartName="/ppt/slides/slide158.xml" ContentType="application/vnd.openxmlformats-officedocument.presentationml.slide+xml"/>
  <Override PartName="/ppt/notesSlides/notesSlide158.xml" ContentType="application/vnd.openxmlformats-officedocument.presentationml.notesSlide+xml"/>
  <Override PartName="/ppt/slides/slide159.xml" ContentType="application/vnd.openxmlformats-officedocument.presentationml.slide+xml"/>
  <Override PartName="/ppt/notesSlides/notesSlide159.xml" ContentType="application/vnd.openxmlformats-officedocument.presentationml.notesSlide+xml"/>
  <Override PartName="/ppt/slides/slide160.xml" ContentType="application/vnd.openxmlformats-officedocument.presentationml.slide+xml"/>
  <Override PartName="/ppt/notesSlides/notesSlide160.xml" ContentType="application/vnd.openxmlformats-officedocument.presentationml.notesSlide+xml"/>
  <Override PartName="/ppt/slides/slide161.xml" ContentType="application/vnd.openxmlformats-officedocument.presentationml.slide+xml"/>
  <Override PartName="/ppt/notesSlides/notesSlide161.xml" ContentType="application/vnd.openxmlformats-officedocument.presentationml.notesSlide+xml"/>
  <Override PartName="/ppt/slides/slide162.xml" ContentType="application/vnd.openxmlformats-officedocument.presentationml.slide+xml"/>
  <Override PartName="/ppt/notesSlides/notesSlide162.xml" ContentType="application/vnd.openxmlformats-officedocument.presentationml.notesSlide+xml"/>
  <Override PartName="/ppt/slides/slide163.xml" ContentType="application/vnd.openxmlformats-officedocument.presentationml.slide+xml"/>
  <Override PartName="/ppt/notesSlides/notesSlide163.xml" ContentType="application/vnd.openxmlformats-officedocument.presentationml.notesSlide+xml"/>
  <Override PartName="/ppt/slides/slide164.xml" ContentType="application/vnd.openxmlformats-officedocument.presentationml.slide+xml"/>
  <Override PartName="/ppt/notesSlides/notesSlide164.xml" ContentType="application/vnd.openxmlformats-officedocument.presentationml.notesSlide+xml"/>
  <Override PartName="/ppt/slides/slide165.xml" ContentType="application/vnd.openxmlformats-officedocument.presentationml.slide+xml"/>
  <Override PartName="/ppt/notesSlides/notesSlide165.xml" ContentType="application/vnd.openxmlformats-officedocument.presentationml.notesSlide+xml"/>
  <Override PartName="/ppt/slides/slide166.xml" ContentType="application/vnd.openxmlformats-officedocument.presentationml.slide+xml"/>
  <Override PartName="/ppt/notesSlides/notesSlide166.xml" ContentType="application/vnd.openxmlformats-officedocument.presentationml.notesSlide+xml"/>
  <Override PartName="/ppt/slides/slide167.xml" ContentType="application/vnd.openxmlformats-officedocument.presentationml.slide+xml"/>
  <Override PartName="/ppt/notesSlides/notesSlide167.xml" ContentType="application/vnd.openxmlformats-officedocument.presentationml.notesSlide+xml"/>
  <Override PartName="/ppt/slides/slide168.xml" ContentType="application/vnd.openxmlformats-officedocument.presentationml.slide+xml"/>
  <Override PartName="/ppt/notesSlides/notesSlide168.xml" ContentType="application/vnd.openxmlformats-officedocument.presentationml.notesSlide+xml"/>
  <Override PartName="/ppt/slides/slide169.xml" ContentType="application/vnd.openxmlformats-officedocument.presentationml.slide+xml"/>
  <Override PartName="/ppt/notesSlides/notesSlide16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111293bbf943bc" /><Relationship Type="http://schemas.openxmlformats.org/officeDocument/2006/relationships/extended-properties" Target="/docProps/app.xml" Id="Rb3c847ced7ca42fd" /><Relationship Type="http://schemas.openxmlformats.org/officeDocument/2006/relationships/officeDocument" Target="/ppt/presentation.xml" Id="R4930f1d486d944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5a673f495d4bb2"/>
  </p:sldMasterIdLst>
  <p:notesMasterIdLst>
    <p:notesMasterId xmlns:r="http://schemas.openxmlformats.org/officeDocument/2006/relationships" r:id="R60d07d087ace4318"/>
  </p:notesMasterIdLst>
  <p:sldIdLst>
    <p:sldId xmlns:r="http://schemas.openxmlformats.org/officeDocument/2006/relationships" id="256" r:id="R9465f0db810c44ea"/>
    <p:sldId xmlns:r="http://schemas.openxmlformats.org/officeDocument/2006/relationships" id="257" r:id="Rc269d641068645c7"/>
    <p:sldId xmlns:r="http://schemas.openxmlformats.org/officeDocument/2006/relationships" id="258" r:id="R63053b6129064c2f"/>
    <p:sldId xmlns:r="http://schemas.openxmlformats.org/officeDocument/2006/relationships" id="259" r:id="R43e3db2782164425"/>
    <p:sldId xmlns:r="http://schemas.openxmlformats.org/officeDocument/2006/relationships" id="260" r:id="R2611a06aeca84ee0"/>
    <p:sldId xmlns:r="http://schemas.openxmlformats.org/officeDocument/2006/relationships" id="261" r:id="Rf3cd7940ff6b4b51"/>
    <p:sldId xmlns:r="http://schemas.openxmlformats.org/officeDocument/2006/relationships" id="262" r:id="R70c379f7f85e4601"/>
    <p:sldId xmlns:r="http://schemas.openxmlformats.org/officeDocument/2006/relationships" id="263" r:id="R376b28f65c7b46ed"/>
    <p:sldId xmlns:r="http://schemas.openxmlformats.org/officeDocument/2006/relationships" id="264" r:id="R8671264a1ae046af"/>
    <p:sldId xmlns:r="http://schemas.openxmlformats.org/officeDocument/2006/relationships" id="265" r:id="R858061d8a2c84475"/>
    <p:sldId xmlns:r="http://schemas.openxmlformats.org/officeDocument/2006/relationships" id="266" r:id="Rbf6a53931c9d4980"/>
    <p:sldId xmlns:r="http://schemas.openxmlformats.org/officeDocument/2006/relationships" id="267" r:id="R92fe07a01c014342"/>
    <p:sldId xmlns:r="http://schemas.openxmlformats.org/officeDocument/2006/relationships" id="268" r:id="R2848c288d6064df6"/>
    <p:sldId xmlns:r="http://schemas.openxmlformats.org/officeDocument/2006/relationships" id="269" r:id="R3673deb2eaa244a5"/>
    <p:sldId xmlns:r="http://schemas.openxmlformats.org/officeDocument/2006/relationships" id="270" r:id="R08e29cb8319a4ecb"/>
    <p:sldId xmlns:r="http://schemas.openxmlformats.org/officeDocument/2006/relationships" id="271" r:id="R2add0753c05642f5"/>
    <p:sldId xmlns:r="http://schemas.openxmlformats.org/officeDocument/2006/relationships" id="272" r:id="R3e0d6591ae1744e3"/>
    <p:sldId xmlns:r="http://schemas.openxmlformats.org/officeDocument/2006/relationships" id="273" r:id="Ra5f40ca1bd9f42bb"/>
    <p:sldId xmlns:r="http://schemas.openxmlformats.org/officeDocument/2006/relationships" id="274" r:id="R3560f9e68ea949e2"/>
    <p:sldId xmlns:r="http://schemas.openxmlformats.org/officeDocument/2006/relationships" id="275" r:id="R5bf03f47d00e47a5"/>
    <p:sldId xmlns:r="http://schemas.openxmlformats.org/officeDocument/2006/relationships" id="276" r:id="Rc97be8def1a74689"/>
    <p:sldId xmlns:r="http://schemas.openxmlformats.org/officeDocument/2006/relationships" id="277" r:id="R583a108c708145f8"/>
    <p:sldId xmlns:r="http://schemas.openxmlformats.org/officeDocument/2006/relationships" id="278" r:id="Rf6299916160d4d35"/>
    <p:sldId xmlns:r="http://schemas.openxmlformats.org/officeDocument/2006/relationships" id="279" r:id="Rb3134d0a39fc4385"/>
    <p:sldId xmlns:r="http://schemas.openxmlformats.org/officeDocument/2006/relationships" id="280" r:id="R19c7e9eec5e7464c"/>
    <p:sldId xmlns:r="http://schemas.openxmlformats.org/officeDocument/2006/relationships" id="281" r:id="R1882bd71d8d2409e"/>
    <p:sldId xmlns:r="http://schemas.openxmlformats.org/officeDocument/2006/relationships" id="282" r:id="Rd7a774a0d1b8496a"/>
    <p:sldId xmlns:r="http://schemas.openxmlformats.org/officeDocument/2006/relationships" id="283" r:id="R6e4a7d4a240a4a88"/>
    <p:sldId xmlns:r="http://schemas.openxmlformats.org/officeDocument/2006/relationships" id="284" r:id="R5196c50f46194be9"/>
    <p:sldId xmlns:r="http://schemas.openxmlformats.org/officeDocument/2006/relationships" id="285" r:id="Rb877776211374d3c"/>
    <p:sldId xmlns:r="http://schemas.openxmlformats.org/officeDocument/2006/relationships" id="286" r:id="Rb7f4127c08274c2f"/>
    <p:sldId xmlns:r="http://schemas.openxmlformats.org/officeDocument/2006/relationships" id="287" r:id="R49991185adaf434f"/>
    <p:sldId xmlns:r="http://schemas.openxmlformats.org/officeDocument/2006/relationships" id="288" r:id="Rf4d730e16cff44c0"/>
    <p:sldId xmlns:r="http://schemas.openxmlformats.org/officeDocument/2006/relationships" id="289" r:id="R54ae594444494c35"/>
    <p:sldId xmlns:r="http://schemas.openxmlformats.org/officeDocument/2006/relationships" id="290" r:id="Rface692b4deb4536"/>
    <p:sldId xmlns:r="http://schemas.openxmlformats.org/officeDocument/2006/relationships" id="291" r:id="R2cb1ea31e16245c2"/>
    <p:sldId xmlns:r="http://schemas.openxmlformats.org/officeDocument/2006/relationships" id="292" r:id="R1c4088f268b74e48"/>
    <p:sldId xmlns:r="http://schemas.openxmlformats.org/officeDocument/2006/relationships" id="293" r:id="R3e77c3901a11493f"/>
    <p:sldId xmlns:r="http://schemas.openxmlformats.org/officeDocument/2006/relationships" id="294" r:id="R8bb731ec6b8c414f"/>
    <p:sldId xmlns:r="http://schemas.openxmlformats.org/officeDocument/2006/relationships" id="295" r:id="Ra18f47c0230e453e"/>
    <p:sldId xmlns:r="http://schemas.openxmlformats.org/officeDocument/2006/relationships" id="296" r:id="Ree124168962a41f6"/>
    <p:sldId xmlns:r="http://schemas.openxmlformats.org/officeDocument/2006/relationships" id="297" r:id="Rbecc9111b5884211"/>
    <p:sldId xmlns:r="http://schemas.openxmlformats.org/officeDocument/2006/relationships" id="298" r:id="Rfb5b212d7f274051"/>
    <p:sldId xmlns:r="http://schemas.openxmlformats.org/officeDocument/2006/relationships" id="299" r:id="R6de38224c14c4774"/>
    <p:sldId xmlns:r="http://schemas.openxmlformats.org/officeDocument/2006/relationships" id="300" r:id="R993809efa24e4254"/>
    <p:sldId xmlns:r="http://schemas.openxmlformats.org/officeDocument/2006/relationships" id="301" r:id="R0caabd4c605e41fc"/>
    <p:sldId xmlns:r="http://schemas.openxmlformats.org/officeDocument/2006/relationships" id="302" r:id="Rf574cb9399ba4d7f"/>
    <p:sldId xmlns:r="http://schemas.openxmlformats.org/officeDocument/2006/relationships" id="303" r:id="Rf02c81f204204577"/>
    <p:sldId xmlns:r="http://schemas.openxmlformats.org/officeDocument/2006/relationships" id="304" r:id="R51afe42c6e294ed8"/>
    <p:sldId xmlns:r="http://schemas.openxmlformats.org/officeDocument/2006/relationships" id="305" r:id="R200a612eb0a248ab"/>
    <p:sldId xmlns:r="http://schemas.openxmlformats.org/officeDocument/2006/relationships" id="306" r:id="Rad8d72b3dfde4337"/>
    <p:sldId xmlns:r="http://schemas.openxmlformats.org/officeDocument/2006/relationships" id="307" r:id="R4cceb5e51f164d34"/>
    <p:sldId xmlns:r="http://schemas.openxmlformats.org/officeDocument/2006/relationships" id="308" r:id="R99f4474f99164d28"/>
    <p:sldId xmlns:r="http://schemas.openxmlformats.org/officeDocument/2006/relationships" id="309" r:id="R24a180e8455c4036"/>
    <p:sldId xmlns:r="http://schemas.openxmlformats.org/officeDocument/2006/relationships" id="310" r:id="R2162a41b55714386"/>
    <p:sldId xmlns:r="http://schemas.openxmlformats.org/officeDocument/2006/relationships" id="311" r:id="R3ce490cf01914540"/>
    <p:sldId xmlns:r="http://schemas.openxmlformats.org/officeDocument/2006/relationships" id="312" r:id="Ra9ef072bb2154990"/>
    <p:sldId xmlns:r="http://schemas.openxmlformats.org/officeDocument/2006/relationships" id="313" r:id="R9148f0ef67ea4b45"/>
    <p:sldId xmlns:r="http://schemas.openxmlformats.org/officeDocument/2006/relationships" id="314" r:id="Rb012d04133cc464c"/>
    <p:sldId xmlns:r="http://schemas.openxmlformats.org/officeDocument/2006/relationships" id="315" r:id="Raf6d9136ad77473a"/>
    <p:sldId xmlns:r="http://schemas.openxmlformats.org/officeDocument/2006/relationships" id="316" r:id="R94559b19dcfc44d0"/>
    <p:sldId xmlns:r="http://schemas.openxmlformats.org/officeDocument/2006/relationships" id="317" r:id="R53796616288b4fe6"/>
    <p:sldId xmlns:r="http://schemas.openxmlformats.org/officeDocument/2006/relationships" id="318" r:id="R2e9334ce3f2843f0"/>
    <p:sldId xmlns:r="http://schemas.openxmlformats.org/officeDocument/2006/relationships" id="319" r:id="Rf19cdd264865459a"/>
    <p:sldId xmlns:r="http://schemas.openxmlformats.org/officeDocument/2006/relationships" id="320" r:id="R167f0884112041f9"/>
    <p:sldId xmlns:r="http://schemas.openxmlformats.org/officeDocument/2006/relationships" id="321" r:id="Rce5c562f0c8c416e"/>
    <p:sldId xmlns:r="http://schemas.openxmlformats.org/officeDocument/2006/relationships" id="322" r:id="Rb8a6fe939d8e4fc7"/>
    <p:sldId xmlns:r="http://schemas.openxmlformats.org/officeDocument/2006/relationships" id="323" r:id="Rbedacb78484745de"/>
    <p:sldId xmlns:r="http://schemas.openxmlformats.org/officeDocument/2006/relationships" id="324" r:id="Rcdc472d13ef74f93"/>
    <p:sldId xmlns:r="http://schemas.openxmlformats.org/officeDocument/2006/relationships" id="325" r:id="R88b13da391c84b2c"/>
    <p:sldId xmlns:r="http://schemas.openxmlformats.org/officeDocument/2006/relationships" id="326" r:id="R62bc3bd136ed4207"/>
    <p:sldId xmlns:r="http://schemas.openxmlformats.org/officeDocument/2006/relationships" id="327" r:id="R8ac4d3c7393b426e"/>
    <p:sldId xmlns:r="http://schemas.openxmlformats.org/officeDocument/2006/relationships" id="328" r:id="Re34eb00b32904682"/>
    <p:sldId xmlns:r="http://schemas.openxmlformats.org/officeDocument/2006/relationships" id="329" r:id="Rc470253263ee4a05"/>
    <p:sldId xmlns:r="http://schemas.openxmlformats.org/officeDocument/2006/relationships" id="330" r:id="Rf4421f0f83a747d6"/>
    <p:sldId xmlns:r="http://schemas.openxmlformats.org/officeDocument/2006/relationships" id="331" r:id="Rc48b579ec6b84432"/>
    <p:sldId xmlns:r="http://schemas.openxmlformats.org/officeDocument/2006/relationships" id="332" r:id="Re925588736384c19"/>
    <p:sldId xmlns:r="http://schemas.openxmlformats.org/officeDocument/2006/relationships" id="333" r:id="R1d534ff566b84add"/>
    <p:sldId xmlns:r="http://schemas.openxmlformats.org/officeDocument/2006/relationships" id="334" r:id="R2af0193980d4450c"/>
    <p:sldId xmlns:r="http://schemas.openxmlformats.org/officeDocument/2006/relationships" id="335" r:id="R2c5f30cbf1d04871"/>
    <p:sldId xmlns:r="http://schemas.openxmlformats.org/officeDocument/2006/relationships" id="336" r:id="R023f72213273417f"/>
    <p:sldId xmlns:r="http://schemas.openxmlformats.org/officeDocument/2006/relationships" id="337" r:id="R72cafa85ee524e60"/>
    <p:sldId xmlns:r="http://schemas.openxmlformats.org/officeDocument/2006/relationships" id="338" r:id="R251265019d01443c"/>
    <p:sldId xmlns:r="http://schemas.openxmlformats.org/officeDocument/2006/relationships" id="339" r:id="Rb530928498004bc6"/>
    <p:sldId xmlns:r="http://schemas.openxmlformats.org/officeDocument/2006/relationships" id="340" r:id="R5ee1e217b752430c"/>
    <p:sldId xmlns:r="http://schemas.openxmlformats.org/officeDocument/2006/relationships" id="341" r:id="R5413f7dad53342dd"/>
    <p:sldId xmlns:r="http://schemas.openxmlformats.org/officeDocument/2006/relationships" id="342" r:id="R0e983b0bc0f24933"/>
    <p:sldId xmlns:r="http://schemas.openxmlformats.org/officeDocument/2006/relationships" id="343" r:id="Ra5576f56f28e44c6"/>
    <p:sldId xmlns:r="http://schemas.openxmlformats.org/officeDocument/2006/relationships" id="344" r:id="R59dac7edba7348a5"/>
    <p:sldId xmlns:r="http://schemas.openxmlformats.org/officeDocument/2006/relationships" id="345" r:id="R8c81e1e9ac15422d"/>
    <p:sldId xmlns:r="http://schemas.openxmlformats.org/officeDocument/2006/relationships" id="346" r:id="R55194d1e8fb54428"/>
    <p:sldId xmlns:r="http://schemas.openxmlformats.org/officeDocument/2006/relationships" id="347" r:id="R2abadc886fe243ea"/>
    <p:sldId xmlns:r="http://schemas.openxmlformats.org/officeDocument/2006/relationships" id="348" r:id="R7de7af5bbd414932"/>
    <p:sldId xmlns:r="http://schemas.openxmlformats.org/officeDocument/2006/relationships" id="349" r:id="Rf99a5a62d286413c"/>
    <p:sldId xmlns:r="http://schemas.openxmlformats.org/officeDocument/2006/relationships" id="350" r:id="R08825da524e242c5"/>
    <p:sldId xmlns:r="http://schemas.openxmlformats.org/officeDocument/2006/relationships" id="351" r:id="R969a6edb47804405"/>
    <p:sldId xmlns:r="http://schemas.openxmlformats.org/officeDocument/2006/relationships" id="352" r:id="Rf7763c15aa464a04"/>
    <p:sldId xmlns:r="http://schemas.openxmlformats.org/officeDocument/2006/relationships" id="353" r:id="R916002778d044afc"/>
    <p:sldId xmlns:r="http://schemas.openxmlformats.org/officeDocument/2006/relationships" id="354" r:id="R358e8786dd9f45bf"/>
    <p:sldId xmlns:r="http://schemas.openxmlformats.org/officeDocument/2006/relationships" id="355" r:id="Rd5c8873425e14e08"/>
    <p:sldId xmlns:r="http://schemas.openxmlformats.org/officeDocument/2006/relationships" id="356" r:id="R381fce70531a4c93"/>
    <p:sldId xmlns:r="http://schemas.openxmlformats.org/officeDocument/2006/relationships" id="357" r:id="R812c39af521a48a1"/>
    <p:sldId xmlns:r="http://schemas.openxmlformats.org/officeDocument/2006/relationships" id="358" r:id="R9a8989e310d447df"/>
    <p:sldId xmlns:r="http://schemas.openxmlformats.org/officeDocument/2006/relationships" id="359" r:id="Rc21bd73885d44bb5"/>
    <p:sldId xmlns:r="http://schemas.openxmlformats.org/officeDocument/2006/relationships" id="360" r:id="R410a83f8075a4ec4"/>
    <p:sldId xmlns:r="http://schemas.openxmlformats.org/officeDocument/2006/relationships" id="361" r:id="R52a5a04dee7e4996"/>
    <p:sldId xmlns:r="http://schemas.openxmlformats.org/officeDocument/2006/relationships" id="362" r:id="Rc7eba3423be64d20"/>
    <p:sldId xmlns:r="http://schemas.openxmlformats.org/officeDocument/2006/relationships" id="363" r:id="Rb5d70edf93464687"/>
    <p:sldId xmlns:r="http://schemas.openxmlformats.org/officeDocument/2006/relationships" id="364" r:id="R6cddcf8244a14f75"/>
    <p:sldId xmlns:r="http://schemas.openxmlformats.org/officeDocument/2006/relationships" id="365" r:id="R685e7abccba34b65"/>
    <p:sldId xmlns:r="http://schemas.openxmlformats.org/officeDocument/2006/relationships" id="366" r:id="Rf0855de7edd04c18"/>
    <p:sldId xmlns:r="http://schemas.openxmlformats.org/officeDocument/2006/relationships" id="367" r:id="Rca1788e1bdcc4aca"/>
    <p:sldId xmlns:r="http://schemas.openxmlformats.org/officeDocument/2006/relationships" id="368" r:id="R673e2d80313c4c1a"/>
    <p:sldId xmlns:r="http://schemas.openxmlformats.org/officeDocument/2006/relationships" id="369" r:id="Rbceb1043a2eb4b70"/>
    <p:sldId xmlns:r="http://schemas.openxmlformats.org/officeDocument/2006/relationships" id="370" r:id="Re6ae3bc693e44fa9"/>
    <p:sldId xmlns:r="http://schemas.openxmlformats.org/officeDocument/2006/relationships" id="371" r:id="R4f46a9751d7c47e6"/>
    <p:sldId xmlns:r="http://schemas.openxmlformats.org/officeDocument/2006/relationships" id="372" r:id="R5970398e50e5494d"/>
    <p:sldId xmlns:r="http://schemas.openxmlformats.org/officeDocument/2006/relationships" id="373" r:id="R66980fe46f044417"/>
    <p:sldId xmlns:r="http://schemas.openxmlformats.org/officeDocument/2006/relationships" id="374" r:id="Rb0f12754b03549b5"/>
    <p:sldId xmlns:r="http://schemas.openxmlformats.org/officeDocument/2006/relationships" id="375" r:id="R8c273c5abc144647"/>
    <p:sldId xmlns:r="http://schemas.openxmlformats.org/officeDocument/2006/relationships" id="376" r:id="Rb5b95cf355c147c0"/>
    <p:sldId xmlns:r="http://schemas.openxmlformats.org/officeDocument/2006/relationships" id="377" r:id="R93202fc2e27443d0"/>
    <p:sldId xmlns:r="http://schemas.openxmlformats.org/officeDocument/2006/relationships" id="378" r:id="R8cefadbd0cdd4f7d"/>
    <p:sldId xmlns:r="http://schemas.openxmlformats.org/officeDocument/2006/relationships" id="379" r:id="R8d96ed5150194ec1"/>
    <p:sldId xmlns:r="http://schemas.openxmlformats.org/officeDocument/2006/relationships" id="380" r:id="R3bde0ff20e6c4f4e"/>
    <p:sldId xmlns:r="http://schemas.openxmlformats.org/officeDocument/2006/relationships" id="381" r:id="R34531ea9fc164dc9"/>
    <p:sldId xmlns:r="http://schemas.openxmlformats.org/officeDocument/2006/relationships" id="382" r:id="Re3771dd8173b4b6a"/>
    <p:sldId xmlns:r="http://schemas.openxmlformats.org/officeDocument/2006/relationships" id="383" r:id="R55a74c1cce284992"/>
    <p:sldId xmlns:r="http://schemas.openxmlformats.org/officeDocument/2006/relationships" id="384" r:id="R6a9db93fe23548b8"/>
    <p:sldId xmlns:r="http://schemas.openxmlformats.org/officeDocument/2006/relationships" id="385" r:id="Raa2f6e89d510489e"/>
    <p:sldId xmlns:r="http://schemas.openxmlformats.org/officeDocument/2006/relationships" id="386" r:id="Rb5c44d22c6654e98"/>
    <p:sldId xmlns:r="http://schemas.openxmlformats.org/officeDocument/2006/relationships" id="387" r:id="R9af69d31f24c4a0d"/>
    <p:sldId xmlns:r="http://schemas.openxmlformats.org/officeDocument/2006/relationships" id="388" r:id="Rc4b376a4509e45de"/>
    <p:sldId xmlns:r="http://schemas.openxmlformats.org/officeDocument/2006/relationships" id="389" r:id="R214e96fde0b24299"/>
    <p:sldId xmlns:r="http://schemas.openxmlformats.org/officeDocument/2006/relationships" id="390" r:id="R0e9b5e8eb82a4c51"/>
    <p:sldId xmlns:r="http://schemas.openxmlformats.org/officeDocument/2006/relationships" id="391" r:id="Ra574385febad48c3"/>
    <p:sldId xmlns:r="http://schemas.openxmlformats.org/officeDocument/2006/relationships" id="392" r:id="R25932aa50b954cbc"/>
    <p:sldId xmlns:r="http://schemas.openxmlformats.org/officeDocument/2006/relationships" id="393" r:id="Rab21a91e2744462f"/>
    <p:sldId xmlns:r="http://schemas.openxmlformats.org/officeDocument/2006/relationships" id="394" r:id="R4a81f4c488464b97"/>
    <p:sldId xmlns:r="http://schemas.openxmlformats.org/officeDocument/2006/relationships" id="395" r:id="R630b83982d044a8f"/>
    <p:sldId xmlns:r="http://schemas.openxmlformats.org/officeDocument/2006/relationships" id="396" r:id="Rc2cfabdbaf3342a9"/>
    <p:sldId xmlns:r="http://schemas.openxmlformats.org/officeDocument/2006/relationships" id="397" r:id="Re199fb4b1f52416b"/>
    <p:sldId xmlns:r="http://schemas.openxmlformats.org/officeDocument/2006/relationships" id="398" r:id="Rfdd84837d34e409a"/>
    <p:sldId xmlns:r="http://schemas.openxmlformats.org/officeDocument/2006/relationships" id="399" r:id="R65230fa04ebb456d"/>
    <p:sldId xmlns:r="http://schemas.openxmlformats.org/officeDocument/2006/relationships" id="400" r:id="Re2b5a5ff6f984d6e"/>
    <p:sldId xmlns:r="http://schemas.openxmlformats.org/officeDocument/2006/relationships" id="401" r:id="R254dc02d18ef4f76"/>
    <p:sldId xmlns:r="http://schemas.openxmlformats.org/officeDocument/2006/relationships" id="402" r:id="Rb46ac998ab724fc0"/>
    <p:sldId xmlns:r="http://schemas.openxmlformats.org/officeDocument/2006/relationships" id="403" r:id="R4574efa7c2a341d2"/>
    <p:sldId xmlns:r="http://schemas.openxmlformats.org/officeDocument/2006/relationships" id="404" r:id="R37cdbd65543a42b6"/>
    <p:sldId xmlns:r="http://schemas.openxmlformats.org/officeDocument/2006/relationships" id="405" r:id="R42b5440239254086"/>
    <p:sldId xmlns:r="http://schemas.openxmlformats.org/officeDocument/2006/relationships" id="406" r:id="Re579f42a02794f4a"/>
    <p:sldId xmlns:r="http://schemas.openxmlformats.org/officeDocument/2006/relationships" id="407" r:id="Rf49ac500a772450f"/>
    <p:sldId xmlns:r="http://schemas.openxmlformats.org/officeDocument/2006/relationships" id="408" r:id="R27348fd8fa9e4536"/>
    <p:sldId xmlns:r="http://schemas.openxmlformats.org/officeDocument/2006/relationships" id="409" r:id="R7e01bb82d95841e0"/>
    <p:sldId xmlns:r="http://schemas.openxmlformats.org/officeDocument/2006/relationships" id="410" r:id="R574460c0aa12465c"/>
    <p:sldId xmlns:r="http://schemas.openxmlformats.org/officeDocument/2006/relationships" id="411" r:id="Rdca5e68e930a4767"/>
    <p:sldId xmlns:r="http://schemas.openxmlformats.org/officeDocument/2006/relationships" id="412" r:id="R6d5cbbf48d754702"/>
    <p:sldId xmlns:r="http://schemas.openxmlformats.org/officeDocument/2006/relationships" id="413" r:id="Reda583f2db4c44b4"/>
    <p:sldId xmlns:r="http://schemas.openxmlformats.org/officeDocument/2006/relationships" id="414" r:id="R3f0726d8900541d4"/>
    <p:sldId xmlns:r="http://schemas.openxmlformats.org/officeDocument/2006/relationships" id="415" r:id="Rc3f4b460b8d444e4"/>
    <p:sldId xmlns:r="http://schemas.openxmlformats.org/officeDocument/2006/relationships" id="416" r:id="R17839fac94504c16"/>
    <p:sldId xmlns:r="http://schemas.openxmlformats.org/officeDocument/2006/relationships" id="417" r:id="R33c51a4297c54116"/>
    <p:sldId xmlns:r="http://schemas.openxmlformats.org/officeDocument/2006/relationships" id="418" r:id="R4b6365c507f54b7d"/>
    <p:sldId xmlns:r="http://schemas.openxmlformats.org/officeDocument/2006/relationships" id="419" r:id="Reaccece538694fbc"/>
    <p:sldId xmlns:r="http://schemas.openxmlformats.org/officeDocument/2006/relationships" id="420" r:id="R76642ed165ee4b0f"/>
    <p:sldId xmlns:r="http://schemas.openxmlformats.org/officeDocument/2006/relationships" id="421" r:id="Rdec8d4d9daad4854"/>
    <p:sldId xmlns:r="http://schemas.openxmlformats.org/officeDocument/2006/relationships" id="422" r:id="R38d3fb3a429a4a0d"/>
    <p:sldId xmlns:r="http://schemas.openxmlformats.org/officeDocument/2006/relationships" id="423" r:id="Rf6a429f21c9b4738"/>
    <p:sldId xmlns:r="http://schemas.openxmlformats.org/officeDocument/2006/relationships" id="424" r:id="Rb278ace76d8a4193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16a3ca3e4640c1" /><Relationship Type="http://schemas.openxmlformats.org/officeDocument/2006/relationships/slideMaster" Target="/ppt/slideMasters/slideMaster1.xml" Id="Rca5a673f495d4bb2" /><Relationship Type="http://schemas.openxmlformats.org/officeDocument/2006/relationships/notesMaster" Target="/ppt/notesMasters/notesMaster1.xml" Id="R60d07d087ace4318" /><Relationship Type="http://schemas.openxmlformats.org/officeDocument/2006/relationships/presProps" Target="/ppt/presProps.xml" Id="R4c76012f2f524753" /><Relationship Type="http://schemas.openxmlformats.org/officeDocument/2006/relationships/tableStyles" Target="/ppt/tableStyles.xml" Id="R85540b3410744cc5" /><Relationship Type="http://schemas.openxmlformats.org/officeDocument/2006/relationships/slide" Target="/ppt/slides/slide1.xml" Id="R9465f0db810c44ea" /><Relationship Type="http://schemas.openxmlformats.org/officeDocument/2006/relationships/slide" Target="/ppt/slides/slide2.xml" Id="Rc269d641068645c7" /><Relationship Type="http://schemas.openxmlformats.org/officeDocument/2006/relationships/slide" Target="/ppt/slides/slide3.xml" Id="R63053b6129064c2f" /><Relationship Type="http://schemas.openxmlformats.org/officeDocument/2006/relationships/slide" Target="/ppt/slides/slide4.xml" Id="R43e3db2782164425" /><Relationship Type="http://schemas.openxmlformats.org/officeDocument/2006/relationships/slide" Target="/ppt/slides/slide5.xml" Id="R2611a06aeca84ee0" /><Relationship Type="http://schemas.openxmlformats.org/officeDocument/2006/relationships/slide" Target="/ppt/slides/slide6.xml" Id="Rf3cd7940ff6b4b51" /><Relationship Type="http://schemas.openxmlformats.org/officeDocument/2006/relationships/slide" Target="/ppt/slides/slide7.xml" Id="R70c379f7f85e4601" /><Relationship Type="http://schemas.openxmlformats.org/officeDocument/2006/relationships/slide" Target="/ppt/slides/slide8.xml" Id="R376b28f65c7b46ed" /><Relationship Type="http://schemas.openxmlformats.org/officeDocument/2006/relationships/slide" Target="/ppt/slides/slide9.xml" Id="R8671264a1ae046af" /><Relationship Type="http://schemas.openxmlformats.org/officeDocument/2006/relationships/slide" Target="/ppt/slides/slide10.xml" Id="R858061d8a2c84475" /><Relationship Type="http://schemas.openxmlformats.org/officeDocument/2006/relationships/slide" Target="/ppt/slides/slide11.xml" Id="Rbf6a53931c9d4980" /><Relationship Type="http://schemas.openxmlformats.org/officeDocument/2006/relationships/slide" Target="/ppt/slides/slide12.xml" Id="R92fe07a01c014342" /><Relationship Type="http://schemas.openxmlformats.org/officeDocument/2006/relationships/slide" Target="/ppt/slides/slide13.xml" Id="R2848c288d6064df6" /><Relationship Type="http://schemas.openxmlformats.org/officeDocument/2006/relationships/slide" Target="/ppt/slides/slide14.xml" Id="R3673deb2eaa244a5" /><Relationship Type="http://schemas.openxmlformats.org/officeDocument/2006/relationships/slide" Target="/ppt/slides/slide15.xml" Id="R08e29cb8319a4ecb" /><Relationship Type="http://schemas.openxmlformats.org/officeDocument/2006/relationships/slide" Target="/ppt/slides/slide16.xml" Id="R2add0753c05642f5" /><Relationship Type="http://schemas.openxmlformats.org/officeDocument/2006/relationships/slide" Target="/ppt/slides/slide17.xml" Id="R3e0d6591ae1744e3" /><Relationship Type="http://schemas.openxmlformats.org/officeDocument/2006/relationships/slide" Target="/ppt/slides/slide18.xml" Id="Ra5f40ca1bd9f42bb" /><Relationship Type="http://schemas.openxmlformats.org/officeDocument/2006/relationships/slide" Target="/ppt/slides/slide19.xml" Id="R3560f9e68ea949e2" /><Relationship Type="http://schemas.openxmlformats.org/officeDocument/2006/relationships/slide" Target="/ppt/slides/slide20.xml" Id="R5bf03f47d00e47a5" /><Relationship Type="http://schemas.openxmlformats.org/officeDocument/2006/relationships/slide" Target="/ppt/slides/slide21.xml" Id="Rc97be8def1a74689" /><Relationship Type="http://schemas.openxmlformats.org/officeDocument/2006/relationships/slide" Target="/ppt/slides/slide22.xml" Id="R583a108c708145f8" /><Relationship Type="http://schemas.openxmlformats.org/officeDocument/2006/relationships/slide" Target="/ppt/slides/slide23.xml" Id="Rf6299916160d4d35" /><Relationship Type="http://schemas.openxmlformats.org/officeDocument/2006/relationships/slide" Target="/ppt/slides/slide24.xml" Id="Rb3134d0a39fc4385" /><Relationship Type="http://schemas.openxmlformats.org/officeDocument/2006/relationships/slide" Target="/ppt/slides/slide25.xml" Id="R19c7e9eec5e7464c" /><Relationship Type="http://schemas.openxmlformats.org/officeDocument/2006/relationships/slide" Target="/ppt/slides/slide26.xml" Id="R1882bd71d8d2409e" /><Relationship Type="http://schemas.openxmlformats.org/officeDocument/2006/relationships/slide" Target="/ppt/slides/slide27.xml" Id="Rd7a774a0d1b8496a" /><Relationship Type="http://schemas.openxmlformats.org/officeDocument/2006/relationships/slide" Target="/ppt/slides/slide28.xml" Id="R6e4a7d4a240a4a88" /><Relationship Type="http://schemas.openxmlformats.org/officeDocument/2006/relationships/slide" Target="/ppt/slides/slide29.xml" Id="R5196c50f46194be9" /><Relationship Type="http://schemas.openxmlformats.org/officeDocument/2006/relationships/slide" Target="/ppt/slides/slide30.xml" Id="Rb877776211374d3c" /><Relationship Type="http://schemas.openxmlformats.org/officeDocument/2006/relationships/slide" Target="/ppt/slides/slide31.xml" Id="Rb7f4127c08274c2f" /><Relationship Type="http://schemas.openxmlformats.org/officeDocument/2006/relationships/slide" Target="/ppt/slides/slide32.xml" Id="R49991185adaf434f" /><Relationship Type="http://schemas.openxmlformats.org/officeDocument/2006/relationships/slide" Target="/ppt/slides/slide33.xml" Id="Rf4d730e16cff44c0" /><Relationship Type="http://schemas.openxmlformats.org/officeDocument/2006/relationships/slide" Target="/ppt/slides/slide34.xml" Id="R54ae594444494c35" /><Relationship Type="http://schemas.openxmlformats.org/officeDocument/2006/relationships/slide" Target="/ppt/slides/slide35.xml" Id="Rface692b4deb4536" /><Relationship Type="http://schemas.openxmlformats.org/officeDocument/2006/relationships/slide" Target="/ppt/slides/slide36.xml" Id="R2cb1ea31e16245c2" /><Relationship Type="http://schemas.openxmlformats.org/officeDocument/2006/relationships/slide" Target="/ppt/slides/slide37.xml" Id="R1c4088f268b74e48" /><Relationship Type="http://schemas.openxmlformats.org/officeDocument/2006/relationships/slide" Target="/ppt/slides/slide38.xml" Id="R3e77c3901a11493f" /><Relationship Type="http://schemas.openxmlformats.org/officeDocument/2006/relationships/slide" Target="/ppt/slides/slide39.xml" Id="R8bb731ec6b8c414f" /><Relationship Type="http://schemas.openxmlformats.org/officeDocument/2006/relationships/slide" Target="/ppt/slides/slide40.xml" Id="Ra18f47c0230e453e" /><Relationship Type="http://schemas.openxmlformats.org/officeDocument/2006/relationships/slide" Target="/ppt/slides/slide41.xml" Id="Ree124168962a41f6" /><Relationship Type="http://schemas.openxmlformats.org/officeDocument/2006/relationships/slide" Target="/ppt/slides/slide42.xml" Id="Rbecc9111b5884211" /><Relationship Type="http://schemas.openxmlformats.org/officeDocument/2006/relationships/slide" Target="/ppt/slides/slide43.xml" Id="Rfb5b212d7f274051" /><Relationship Type="http://schemas.openxmlformats.org/officeDocument/2006/relationships/slide" Target="/ppt/slides/slide44.xml" Id="R6de38224c14c4774" /><Relationship Type="http://schemas.openxmlformats.org/officeDocument/2006/relationships/slide" Target="/ppt/slides/slide45.xml" Id="R993809efa24e4254" /><Relationship Type="http://schemas.openxmlformats.org/officeDocument/2006/relationships/slide" Target="/ppt/slides/slide46.xml" Id="R0caabd4c605e41fc" /><Relationship Type="http://schemas.openxmlformats.org/officeDocument/2006/relationships/slide" Target="/ppt/slides/slide47.xml" Id="Rf574cb9399ba4d7f" /><Relationship Type="http://schemas.openxmlformats.org/officeDocument/2006/relationships/slide" Target="/ppt/slides/slide48.xml" Id="Rf02c81f204204577" /><Relationship Type="http://schemas.openxmlformats.org/officeDocument/2006/relationships/slide" Target="/ppt/slides/slide49.xml" Id="R51afe42c6e294ed8" /><Relationship Type="http://schemas.openxmlformats.org/officeDocument/2006/relationships/slide" Target="/ppt/slides/slide50.xml" Id="R200a612eb0a248ab" /><Relationship Type="http://schemas.openxmlformats.org/officeDocument/2006/relationships/slide" Target="/ppt/slides/slide51.xml" Id="Rad8d72b3dfde4337" /><Relationship Type="http://schemas.openxmlformats.org/officeDocument/2006/relationships/slide" Target="/ppt/slides/slide52.xml" Id="R4cceb5e51f164d34" /><Relationship Type="http://schemas.openxmlformats.org/officeDocument/2006/relationships/slide" Target="/ppt/slides/slide53.xml" Id="R99f4474f99164d28" /><Relationship Type="http://schemas.openxmlformats.org/officeDocument/2006/relationships/slide" Target="/ppt/slides/slide54.xml" Id="R24a180e8455c4036" /><Relationship Type="http://schemas.openxmlformats.org/officeDocument/2006/relationships/slide" Target="/ppt/slides/slide55.xml" Id="R2162a41b55714386" /><Relationship Type="http://schemas.openxmlformats.org/officeDocument/2006/relationships/slide" Target="/ppt/slides/slide56.xml" Id="R3ce490cf01914540" /><Relationship Type="http://schemas.openxmlformats.org/officeDocument/2006/relationships/slide" Target="/ppt/slides/slide57.xml" Id="Ra9ef072bb2154990" /><Relationship Type="http://schemas.openxmlformats.org/officeDocument/2006/relationships/slide" Target="/ppt/slides/slide58.xml" Id="R9148f0ef67ea4b45" /><Relationship Type="http://schemas.openxmlformats.org/officeDocument/2006/relationships/slide" Target="/ppt/slides/slide59.xml" Id="Rb012d04133cc464c" /><Relationship Type="http://schemas.openxmlformats.org/officeDocument/2006/relationships/slide" Target="/ppt/slides/slide60.xml" Id="Raf6d9136ad77473a" /><Relationship Type="http://schemas.openxmlformats.org/officeDocument/2006/relationships/slide" Target="/ppt/slides/slide61.xml" Id="R94559b19dcfc44d0" /><Relationship Type="http://schemas.openxmlformats.org/officeDocument/2006/relationships/slide" Target="/ppt/slides/slide62.xml" Id="R53796616288b4fe6" /><Relationship Type="http://schemas.openxmlformats.org/officeDocument/2006/relationships/slide" Target="/ppt/slides/slide63.xml" Id="R2e9334ce3f2843f0" /><Relationship Type="http://schemas.openxmlformats.org/officeDocument/2006/relationships/slide" Target="/ppt/slides/slide64.xml" Id="Rf19cdd264865459a" /><Relationship Type="http://schemas.openxmlformats.org/officeDocument/2006/relationships/slide" Target="/ppt/slides/slide65.xml" Id="R167f0884112041f9" /><Relationship Type="http://schemas.openxmlformats.org/officeDocument/2006/relationships/slide" Target="/ppt/slides/slide66.xml" Id="Rce5c562f0c8c416e" /><Relationship Type="http://schemas.openxmlformats.org/officeDocument/2006/relationships/slide" Target="/ppt/slides/slide67.xml" Id="Rb8a6fe939d8e4fc7" /><Relationship Type="http://schemas.openxmlformats.org/officeDocument/2006/relationships/slide" Target="/ppt/slides/slide68.xml" Id="Rbedacb78484745de" /><Relationship Type="http://schemas.openxmlformats.org/officeDocument/2006/relationships/slide" Target="/ppt/slides/slide69.xml" Id="Rcdc472d13ef74f93" /><Relationship Type="http://schemas.openxmlformats.org/officeDocument/2006/relationships/slide" Target="/ppt/slides/slide70.xml" Id="R88b13da391c84b2c" /><Relationship Type="http://schemas.openxmlformats.org/officeDocument/2006/relationships/slide" Target="/ppt/slides/slide71.xml" Id="R62bc3bd136ed4207" /><Relationship Type="http://schemas.openxmlformats.org/officeDocument/2006/relationships/slide" Target="/ppt/slides/slide72.xml" Id="R8ac4d3c7393b426e" /><Relationship Type="http://schemas.openxmlformats.org/officeDocument/2006/relationships/slide" Target="/ppt/slides/slide73.xml" Id="Re34eb00b32904682" /><Relationship Type="http://schemas.openxmlformats.org/officeDocument/2006/relationships/slide" Target="/ppt/slides/slide74.xml" Id="Rc470253263ee4a05" /><Relationship Type="http://schemas.openxmlformats.org/officeDocument/2006/relationships/slide" Target="/ppt/slides/slide75.xml" Id="Rf4421f0f83a747d6" /><Relationship Type="http://schemas.openxmlformats.org/officeDocument/2006/relationships/slide" Target="/ppt/slides/slide76.xml" Id="Rc48b579ec6b84432" /><Relationship Type="http://schemas.openxmlformats.org/officeDocument/2006/relationships/slide" Target="/ppt/slides/slide77.xml" Id="Re925588736384c19" /><Relationship Type="http://schemas.openxmlformats.org/officeDocument/2006/relationships/slide" Target="/ppt/slides/slide78.xml" Id="R1d534ff566b84add" /><Relationship Type="http://schemas.openxmlformats.org/officeDocument/2006/relationships/slide" Target="/ppt/slides/slide79.xml" Id="R2af0193980d4450c" /><Relationship Type="http://schemas.openxmlformats.org/officeDocument/2006/relationships/slide" Target="/ppt/slides/slide80.xml" Id="R2c5f30cbf1d04871" /><Relationship Type="http://schemas.openxmlformats.org/officeDocument/2006/relationships/slide" Target="/ppt/slides/slide81.xml" Id="R023f72213273417f" /><Relationship Type="http://schemas.openxmlformats.org/officeDocument/2006/relationships/slide" Target="/ppt/slides/slide82.xml" Id="R72cafa85ee524e60" /><Relationship Type="http://schemas.openxmlformats.org/officeDocument/2006/relationships/slide" Target="/ppt/slides/slide83.xml" Id="R251265019d01443c" /><Relationship Type="http://schemas.openxmlformats.org/officeDocument/2006/relationships/slide" Target="/ppt/slides/slide84.xml" Id="Rb530928498004bc6" /><Relationship Type="http://schemas.openxmlformats.org/officeDocument/2006/relationships/slide" Target="/ppt/slides/slide85.xml" Id="R5ee1e217b752430c" /><Relationship Type="http://schemas.openxmlformats.org/officeDocument/2006/relationships/slide" Target="/ppt/slides/slide86.xml" Id="R5413f7dad53342dd" /><Relationship Type="http://schemas.openxmlformats.org/officeDocument/2006/relationships/slide" Target="/ppt/slides/slide87.xml" Id="R0e983b0bc0f24933" /><Relationship Type="http://schemas.openxmlformats.org/officeDocument/2006/relationships/slide" Target="/ppt/slides/slide88.xml" Id="Ra5576f56f28e44c6" /><Relationship Type="http://schemas.openxmlformats.org/officeDocument/2006/relationships/slide" Target="/ppt/slides/slide89.xml" Id="R59dac7edba7348a5" /><Relationship Type="http://schemas.openxmlformats.org/officeDocument/2006/relationships/slide" Target="/ppt/slides/slide90.xml" Id="R8c81e1e9ac15422d" /><Relationship Type="http://schemas.openxmlformats.org/officeDocument/2006/relationships/slide" Target="/ppt/slides/slide91.xml" Id="R55194d1e8fb54428" /><Relationship Type="http://schemas.openxmlformats.org/officeDocument/2006/relationships/slide" Target="/ppt/slides/slide92.xml" Id="R2abadc886fe243ea" /><Relationship Type="http://schemas.openxmlformats.org/officeDocument/2006/relationships/slide" Target="/ppt/slides/slide93.xml" Id="R7de7af5bbd414932" /><Relationship Type="http://schemas.openxmlformats.org/officeDocument/2006/relationships/slide" Target="/ppt/slides/slide94.xml" Id="Rf99a5a62d286413c" /><Relationship Type="http://schemas.openxmlformats.org/officeDocument/2006/relationships/slide" Target="/ppt/slides/slide95.xml" Id="R08825da524e242c5" /><Relationship Type="http://schemas.openxmlformats.org/officeDocument/2006/relationships/slide" Target="/ppt/slides/slide96.xml" Id="R969a6edb47804405" /><Relationship Type="http://schemas.openxmlformats.org/officeDocument/2006/relationships/slide" Target="/ppt/slides/slide97.xml" Id="Rf7763c15aa464a04" /><Relationship Type="http://schemas.openxmlformats.org/officeDocument/2006/relationships/slide" Target="/ppt/slides/slide98.xml" Id="R916002778d044afc" /><Relationship Type="http://schemas.openxmlformats.org/officeDocument/2006/relationships/slide" Target="/ppt/slides/slide99.xml" Id="R358e8786dd9f45bf" /><Relationship Type="http://schemas.openxmlformats.org/officeDocument/2006/relationships/slide" Target="/ppt/slides/slide100.xml" Id="Rd5c8873425e14e08" /><Relationship Type="http://schemas.openxmlformats.org/officeDocument/2006/relationships/slide" Target="/ppt/slides/slide101.xml" Id="R381fce70531a4c93" /><Relationship Type="http://schemas.openxmlformats.org/officeDocument/2006/relationships/slide" Target="/ppt/slides/slide102.xml" Id="R812c39af521a48a1" /><Relationship Type="http://schemas.openxmlformats.org/officeDocument/2006/relationships/slide" Target="/ppt/slides/slide103.xml" Id="R9a8989e310d447df" /><Relationship Type="http://schemas.openxmlformats.org/officeDocument/2006/relationships/slide" Target="/ppt/slides/slide104.xml" Id="Rc21bd73885d44bb5" /><Relationship Type="http://schemas.openxmlformats.org/officeDocument/2006/relationships/slide" Target="/ppt/slides/slide105.xml" Id="R410a83f8075a4ec4" /><Relationship Type="http://schemas.openxmlformats.org/officeDocument/2006/relationships/slide" Target="/ppt/slides/slide106.xml" Id="R52a5a04dee7e4996" /><Relationship Type="http://schemas.openxmlformats.org/officeDocument/2006/relationships/slide" Target="/ppt/slides/slide107.xml" Id="Rc7eba3423be64d20" /><Relationship Type="http://schemas.openxmlformats.org/officeDocument/2006/relationships/slide" Target="/ppt/slides/slide108.xml" Id="Rb5d70edf93464687" /><Relationship Type="http://schemas.openxmlformats.org/officeDocument/2006/relationships/slide" Target="/ppt/slides/slide109.xml" Id="R6cddcf8244a14f75" /><Relationship Type="http://schemas.openxmlformats.org/officeDocument/2006/relationships/slide" Target="/ppt/slides/slide110.xml" Id="R685e7abccba34b65" /><Relationship Type="http://schemas.openxmlformats.org/officeDocument/2006/relationships/slide" Target="/ppt/slides/slide111.xml" Id="Rf0855de7edd04c18" /><Relationship Type="http://schemas.openxmlformats.org/officeDocument/2006/relationships/slide" Target="/ppt/slides/slide112.xml" Id="Rca1788e1bdcc4aca" /><Relationship Type="http://schemas.openxmlformats.org/officeDocument/2006/relationships/slide" Target="/ppt/slides/slide113.xml" Id="R673e2d80313c4c1a" /><Relationship Type="http://schemas.openxmlformats.org/officeDocument/2006/relationships/slide" Target="/ppt/slides/slide114.xml" Id="Rbceb1043a2eb4b70" /><Relationship Type="http://schemas.openxmlformats.org/officeDocument/2006/relationships/slide" Target="/ppt/slides/slide115.xml" Id="Re6ae3bc693e44fa9" /><Relationship Type="http://schemas.openxmlformats.org/officeDocument/2006/relationships/slide" Target="/ppt/slides/slide116.xml" Id="R4f46a9751d7c47e6" /><Relationship Type="http://schemas.openxmlformats.org/officeDocument/2006/relationships/slide" Target="/ppt/slides/slide117.xml" Id="R5970398e50e5494d" /><Relationship Type="http://schemas.openxmlformats.org/officeDocument/2006/relationships/slide" Target="/ppt/slides/slide118.xml" Id="R66980fe46f044417" /><Relationship Type="http://schemas.openxmlformats.org/officeDocument/2006/relationships/slide" Target="/ppt/slides/slide119.xml" Id="Rb0f12754b03549b5" /><Relationship Type="http://schemas.openxmlformats.org/officeDocument/2006/relationships/slide" Target="/ppt/slides/slide120.xml" Id="R8c273c5abc144647" /><Relationship Type="http://schemas.openxmlformats.org/officeDocument/2006/relationships/slide" Target="/ppt/slides/slide121.xml" Id="Rb5b95cf355c147c0" /><Relationship Type="http://schemas.openxmlformats.org/officeDocument/2006/relationships/slide" Target="/ppt/slides/slide122.xml" Id="R93202fc2e27443d0" /><Relationship Type="http://schemas.openxmlformats.org/officeDocument/2006/relationships/slide" Target="/ppt/slides/slide123.xml" Id="R8cefadbd0cdd4f7d" /><Relationship Type="http://schemas.openxmlformats.org/officeDocument/2006/relationships/slide" Target="/ppt/slides/slide124.xml" Id="R8d96ed5150194ec1" /><Relationship Type="http://schemas.openxmlformats.org/officeDocument/2006/relationships/slide" Target="/ppt/slides/slide125.xml" Id="R3bde0ff20e6c4f4e" /><Relationship Type="http://schemas.openxmlformats.org/officeDocument/2006/relationships/slide" Target="/ppt/slides/slide126.xml" Id="R34531ea9fc164dc9" /><Relationship Type="http://schemas.openxmlformats.org/officeDocument/2006/relationships/slide" Target="/ppt/slides/slide127.xml" Id="Re3771dd8173b4b6a" /><Relationship Type="http://schemas.openxmlformats.org/officeDocument/2006/relationships/slide" Target="/ppt/slides/slide128.xml" Id="R55a74c1cce284992" /><Relationship Type="http://schemas.openxmlformats.org/officeDocument/2006/relationships/slide" Target="/ppt/slides/slide129.xml" Id="R6a9db93fe23548b8" /><Relationship Type="http://schemas.openxmlformats.org/officeDocument/2006/relationships/slide" Target="/ppt/slides/slide130.xml" Id="Raa2f6e89d510489e" /><Relationship Type="http://schemas.openxmlformats.org/officeDocument/2006/relationships/slide" Target="/ppt/slides/slide131.xml" Id="Rb5c44d22c6654e98" /><Relationship Type="http://schemas.openxmlformats.org/officeDocument/2006/relationships/slide" Target="/ppt/slides/slide132.xml" Id="R9af69d31f24c4a0d" /><Relationship Type="http://schemas.openxmlformats.org/officeDocument/2006/relationships/slide" Target="/ppt/slides/slide133.xml" Id="Rc4b376a4509e45de" /><Relationship Type="http://schemas.openxmlformats.org/officeDocument/2006/relationships/slide" Target="/ppt/slides/slide134.xml" Id="R214e96fde0b24299" /><Relationship Type="http://schemas.openxmlformats.org/officeDocument/2006/relationships/slide" Target="/ppt/slides/slide135.xml" Id="R0e9b5e8eb82a4c51" /><Relationship Type="http://schemas.openxmlformats.org/officeDocument/2006/relationships/slide" Target="/ppt/slides/slide136.xml" Id="Ra574385febad48c3" /><Relationship Type="http://schemas.openxmlformats.org/officeDocument/2006/relationships/slide" Target="/ppt/slides/slide137.xml" Id="R25932aa50b954cbc" /><Relationship Type="http://schemas.openxmlformats.org/officeDocument/2006/relationships/slide" Target="/ppt/slides/slide138.xml" Id="Rab21a91e2744462f" /><Relationship Type="http://schemas.openxmlformats.org/officeDocument/2006/relationships/slide" Target="/ppt/slides/slide139.xml" Id="R4a81f4c488464b97" /><Relationship Type="http://schemas.openxmlformats.org/officeDocument/2006/relationships/slide" Target="/ppt/slides/slide140.xml" Id="R630b83982d044a8f" /><Relationship Type="http://schemas.openxmlformats.org/officeDocument/2006/relationships/slide" Target="/ppt/slides/slide141.xml" Id="Rc2cfabdbaf3342a9" /><Relationship Type="http://schemas.openxmlformats.org/officeDocument/2006/relationships/slide" Target="/ppt/slides/slide142.xml" Id="Re199fb4b1f52416b" /><Relationship Type="http://schemas.openxmlformats.org/officeDocument/2006/relationships/slide" Target="/ppt/slides/slide143.xml" Id="Rfdd84837d34e409a" /><Relationship Type="http://schemas.openxmlformats.org/officeDocument/2006/relationships/slide" Target="/ppt/slides/slide144.xml" Id="R65230fa04ebb456d" /><Relationship Type="http://schemas.openxmlformats.org/officeDocument/2006/relationships/slide" Target="/ppt/slides/slide145.xml" Id="Re2b5a5ff6f984d6e" /><Relationship Type="http://schemas.openxmlformats.org/officeDocument/2006/relationships/slide" Target="/ppt/slides/slide146.xml" Id="R254dc02d18ef4f76" /><Relationship Type="http://schemas.openxmlformats.org/officeDocument/2006/relationships/slide" Target="/ppt/slides/slide147.xml" Id="Rb46ac998ab724fc0" /><Relationship Type="http://schemas.openxmlformats.org/officeDocument/2006/relationships/slide" Target="/ppt/slides/slide148.xml" Id="R4574efa7c2a341d2" /><Relationship Type="http://schemas.openxmlformats.org/officeDocument/2006/relationships/slide" Target="/ppt/slides/slide149.xml" Id="R37cdbd65543a42b6" /><Relationship Type="http://schemas.openxmlformats.org/officeDocument/2006/relationships/slide" Target="/ppt/slides/slide150.xml" Id="R42b5440239254086" /><Relationship Type="http://schemas.openxmlformats.org/officeDocument/2006/relationships/slide" Target="/ppt/slides/slide151.xml" Id="Re579f42a02794f4a" /><Relationship Type="http://schemas.openxmlformats.org/officeDocument/2006/relationships/slide" Target="/ppt/slides/slide152.xml" Id="Rf49ac500a772450f" /><Relationship Type="http://schemas.openxmlformats.org/officeDocument/2006/relationships/slide" Target="/ppt/slides/slide153.xml" Id="R27348fd8fa9e4536" /><Relationship Type="http://schemas.openxmlformats.org/officeDocument/2006/relationships/slide" Target="/ppt/slides/slide154.xml" Id="R7e01bb82d95841e0" /><Relationship Type="http://schemas.openxmlformats.org/officeDocument/2006/relationships/slide" Target="/ppt/slides/slide155.xml" Id="R574460c0aa12465c" /><Relationship Type="http://schemas.openxmlformats.org/officeDocument/2006/relationships/slide" Target="/ppt/slides/slide156.xml" Id="Rdca5e68e930a4767" /><Relationship Type="http://schemas.openxmlformats.org/officeDocument/2006/relationships/slide" Target="/ppt/slides/slide157.xml" Id="R6d5cbbf48d754702" /><Relationship Type="http://schemas.openxmlformats.org/officeDocument/2006/relationships/slide" Target="/ppt/slides/slide158.xml" Id="Reda583f2db4c44b4" /><Relationship Type="http://schemas.openxmlformats.org/officeDocument/2006/relationships/slide" Target="/ppt/slides/slide159.xml" Id="R3f0726d8900541d4" /><Relationship Type="http://schemas.openxmlformats.org/officeDocument/2006/relationships/slide" Target="/ppt/slides/slide160.xml" Id="Rc3f4b460b8d444e4" /><Relationship Type="http://schemas.openxmlformats.org/officeDocument/2006/relationships/slide" Target="/ppt/slides/slide161.xml" Id="R17839fac94504c16" /><Relationship Type="http://schemas.openxmlformats.org/officeDocument/2006/relationships/slide" Target="/ppt/slides/slide162.xml" Id="R33c51a4297c54116" /><Relationship Type="http://schemas.openxmlformats.org/officeDocument/2006/relationships/slide" Target="/ppt/slides/slide163.xml" Id="R4b6365c507f54b7d" /><Relationship Type="http://schemas.openxmlformats.org/officeDocument/2006/relationships/slide" Target="/ppt/slides/slide164.xml" Id="Reaccece538694fbc" /><Relationship Type="http://schemas.openxmlformats.org/officeDocument/2006/relationships/slide" Target="/ppt/slides/slide165.xml" Id="R76642ed165ee4b0f" /><Relationship Type="http://schemas.openxmlformats.org/officeDocument/2006/relationships/slide" Target="/ppt/slides/slide166.xml" Id="Rdec8d4d9daad4854" /><Relationship Type="http://schemas.openxmlformats.org/officeDocument/2006/relationships/slide" Target="/ppt/slides/slide167.xml" Id="R38d3fb3a429a4a0d" /><Relationship Type="http://schemas.openxmlformats.org/officeDocument/2006/relationships/slide" Target="/ppt/slides/slide168.xml" Id="Rf6a429f21c9b4738" /><Relationship Type="http://schemas.openxmlformats.org/officeDocument/2006/relationships/slide" Target="/ppt/slides/slide169.xml" Id="Rb278ace76d8a41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ae2208809740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ed8051eda143e1" /><Relationship Type="http://schemas.openxmlformats.org/officeDocument/2006/relationships/notesMaster" Target="/ppt/notesMasters/notesMaster1.xml" Id="R248368effc0c44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d0117d547f4e41" /><Relationship Type="http://schemas.openxmlformats.org/officeDocument/2006/relationships/notesMaster" Target="/ppt/notesMasters/notesMaster1.xml" Id="R20f19fc558c544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e77d2862234f60" /><Relationship Type="http://schemas.openxmlformats.org/officeDocument/2006/relationships/notesMaster" Target="/ppt/notesMasters/notesMaster1.xml" Id="Recbbe5a33ee949a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2167c9ccf44a55" /><Relationship Type="http://schemas.openxmlformats.org/officeDocument/2006/relationships/notesMaster" Target="/ppt/notesMasters/notesMaster1.xml" Id="R2842036a171243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d9776c441a4763" /><Relationship Type="http://schemas.openxmlformats.org/officeDocument/2006/relationships/notesMaster" Target="/ppt/notesMasters/notesMaster1.xml" Id="R33205dbd1ae847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192ffda5884726" /><Relationship Type="http://schemas.openxmlformats.org/officeDocument/2006/relationships/notesMaster" Target="/ppt/notesMasters/notesMaster1.xml" Id="R80811bf977cf40c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569cfa15c54df6" /><Relationship Type="http://schemas.openxmlformats.org/officeDocument/2006/relationships/notesMaster" Target="/ppt/notesMasters/notesMaster1.xml" Id="Rd35cabb63a2647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476927d8a34918" /><Relationship Type="http://schemas.openxmlformats.org/officeDocument/2006/relationships/notesMaster" Target="/ppt/notesMasters/notesMaster1.xml" Id="Rb5ccf900f73d4df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6e041c06a53467a" /><Relationship Type="http://schemas.openxmlformats.org/officeDocument/2006/relationships/notesMaster" Target="/ppt/notesMasters/notesMaster1.xml" Id="R623000e90910439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8d84845f161439c" /><Relationship Type="http://schemas.openxmlformats.org/officeDocument/2006/relationships/notesMaster" Target="/ppt/notesMasters/notesMaster1.xml" Id="R6d66da886acd4c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ce363160534c27" /><Relationship Type="http://schemas.openxmlformats.org/officeDocument/2006/relationships/notesMaster" Target="/ppt/notesMasters/notesMaster1.xml" Id="R64e653ba5722430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33c944c0e24c35" /><Relationship Type="http://schemas.openxmlformats.org/officeDocument/2006/relationships/notesMaster" Target="/ppt/notesMasters/notesMaster1.xml" Id="R894a70062c084c9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74fac4f08c54edd" /><Relationship Type="http://schemas.openxmlformats.org/officeDocument/2006/relationships/notesMaster" Target="/ppt/notesMasters/notesMaster1.xml" Id="R166dddb1be204cb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c22fc9784546f4" /><Relationship Type="http://schemas.openxmlformats.org/officeDocument/2006/relationships/notesMaster" Target="/ppt/notesMasters/notesMaster1.xml" Id="R8bce8da8869d422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7007445e21f4b5f" /><Relationship Type="http://schemas.openxmlformats.org/officeDocument/2006/relationships/notesMaster" Target="/ppt/notesMasters/notesMaster1.xml" Id="R1b153b5aceab4b4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95492a0d7f4baa" /><Relationship Type="http://schemas.openxmlformats.org/officeDocument/2006/relationships/notesMaster" Target="/ppt/notesMasters/notesMaster1.xml" Id="Rab9ab9c2ea30487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81bddba955f480c" /><Relationship Type="http://schemas.openxmlformats.org/officeDocument/2006/relationships/notesMaster" Target="/ppt/notesMasters/notesMaster1.xml" Id="R539935d3d3d541d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8dc5b8a424641c3" /><Relationship Type="http://schemas.openxmlformats.org/officeDocument/2006/relationships/notesMaster" Target="/ppt/notesMasters/notesMaster1.xml" Id="Rd9083ab44a49447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d0228fb7a554197" /><Relationship Type="http://schemas.openxmlformats.org/officeDocument/2006/relationships/notesMaster" Target="/ppt/notesMasters/notesMaster1.xml" Id="Rff5117d4e41842c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8122548e8494051" /><Relationship Type="http://schemas.openxmlformats.org/officeDocument/2006/relationships/notesMaster" Target="/ppt/notesMasters/notesMaster1.xml" Id="Rfbef242024fc47c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ee4af379ae54dc6" /><Relationship Type="http://schemas.openxmlformats.org/officeDocument/2006/relationships/notesMaster" Target="/ppt/notesMasters/notesMaster1.xml" Id="R2a303c38adad4bf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3e591536c8c45b2" /><Relationship Type="http://schemas.openxmlformats.org/officeDocument/2006/relationships/notesMaster" Target="/ppt/notesMasters/notesMaster1.xml" Id="R59a338915a8048d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685cf13b6dc46b5" /><Relationship Type="http://schemas.openxmlformats.org/officeDocument/2006/relationships/notesMaster" Target="/ppt/notesMasters/notesMaster1.xml" Id="Rf63f727c61404c4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60e617a602b4b58" /><Relationship Type="http://schemas.openxmlformats.org/officeDocument/2006/relationships/notesMaster" Target="/ppt/notesMasters/notesMaster1.xml" Id="R1e324eaa3fe9426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97005977f0a41f1" /><Relationship Type="http://schemas.openxmlformats.org/officeDocument/2006/relationships/notesMaster" Target="/ppt/notesMasters/notesMaster1.xml" Id="R882613e4d4304782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7028734fb50a4243" /><Relationship Type="http://schemas.openxmlformats.org/officeDocument/2006/relationships/notesMaster" Target="/ppt/notesMasters/notesMaster1.xml" Id="R1370a2071944459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5244f077f7464e9b" /><Relationship Type="http://schemas.openxmlformats.org/officeDocument/2006/relationships/notesMaster" Target="/ppt/notesMasters/notesMaster1.xml" Id="Ra373f1e61295437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4c52b9bd1b84fe4" /><Relationship Type="http://schemas.openxmlformats.org/officeDocument/2006/relationships/notesMaster" Target="/ppt/notesMasters/notesMaster1.xml" Id="R5524fc6984194b1b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dd92bc81247447b" /><Relationship Type="http://schemas.openxmlformats.org/officeDocument/2006/relationships/notesMaster" Target="/ppt/notesMasters/notesMaster1.xml" Id="R3e0d48935919413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40f82abb719f4268" /><Relationship Type="http://schemas.openxmlformats.org/officeDocument/2006/relationships/notesMaster" Target="/ppt/notesMasters/notesMaster1.xml" Id="R95c41c9d2ffa477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70a2fdaecb0461a" /><Relationship Type="http://schemas.openxmlformats.org/officeDocument/2006/relationships/notesMaster" Target="/ppt/notesMasters/notesMaster1.xml" Id="R94cfa837d771407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3c32ecef8f748df" /><Relationship Type="http://schemas.openxmlformats.org/officeDocument/2006/relationships/notesMaster" Target="/ppt/notesMasters/notesMaster1.xml" Id="R5ab94163fcfe42e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1e89863a59e54a7f" /><Relationship Type="http://schemas.openxmlformats.org/officeDocument/2006/relationships/notesMaster" Target="/ppt/notesMasters/notesMaster1.xml" Id="R90f15c148b0e4eb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146e3a09037a4fef" /><Relationship Type="http://schemas.openxmlformats.org/officeDocument/2006/relationships/notesMaster" Target="/ppt/notesMasters/notesMaster1.xml" Id="R1f34ed59700949aa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92f2f7f188d4cec" /><Relationship Type="http://schemas.openxmlformats.org/officeDocument/2006/relationships/notesMaster" Target="/ppt/notesMasters/notesMaster1.xml" Id="R75680bd6f5fb4b9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a04bfda92fb4d23" /><Relationship Type="http://schemas.openxmlformats.org/officeDocument/2006/relationships/notesMaster" Target="/ppt/notesMasters/notesMaster1.xml" Id="R780fc9bf8b134e0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26c8b26b19684f6b" /><Relationship Type="http://schemas.openxmlformats.org/officeDocument/2006/relationships/notesMaster" Target="/ppt/notesMasters/notesMaster1.xml" Id="Rcbd2491bf0da4dc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d57f4090c81491f" /><Relationship Type="http://schemas.openxmlformats.org/officeDocument/2006/relationships/notesMaster" Target="/ppt/notesMasters/notesMaster1.xml" Id="Rd726760740914dc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af7252cca8214205" /><Relationship Type="http://schemas.openxmlformats.org/officeDocument/2006/relationships/notesMaster" Target="/ppt/notesMasters/notesMaster1.xml" Id="R22011c35cbde4eff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c05416653c38468d" /><Relationship Type="http://schemas.openxmlformats.org/officeDocument/2006/relationships/notesMaster" Target="/ppt/notesMasters/notesMaster1.xml" Id="R8cfd835828e7482a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f064dfe60b104292" /><Relationship Type="http://schemas.openxmlformats.org/officeDocument/2006/relationships/notesMaster" Target="/ppt/notesMasters/notesMaster1.xml" Id="R98a7434b6c1048c1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6cfccaedb3046dd" /><Relationship Type="http://schemas.openxmlformats.org/officeDocument/2006/relationships/notesMaster" Target="/ppt/notesMasters/notesMaster1.xml" Id="R60d2c9b753c8456f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4efc76c542714acf" /><Relationship Type="http://schemas.openxmlformats.org/officeDocument/2006/relationships/notesMaster" Target="/ppt/notesMasters/notesMaster1.xml" Id="Ra73dc19398bd427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72f0371b778e426f" /><Relationship Type="http://schemas.openxmlformats.org/officeDocument/2006/relationships/notesMaster" Target="/ppt/notesMasters/notesMaster1.xml" Id="R527f2a43d106407f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7ffa77f6b04841be" /><Relationship Type="http://schemas.openxmlformats.org/officeDocument/2006/relationships/notesMaster" Target="/ppt/notesMasters/notesMaster1.xml" Id="Rc90ba1b079fa4eeb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1d3291146ca743fd" /><Relationship Type="http://schemas.openxmlformats.org/officeDocument/2006/relationships/notesMaster" Target="/ppt/notesMasters/notesMaster1.xml" Id="Rbe0beda7107947f6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78b18810c27c4990" /><Relationship Type="http://schemas.openxmlformats.org/officeDocument/2006/relationships/notesMaster" Target="/ppt/notesMasters/notesMaster1.xml" Id="R9c89074907754905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99b27b16180447a7" /><Relationship Type="http://schemas.openxmlformats.org/officeDocument/2006/relationships/notesMaster" Target="/ppt/notesMasters/notesMaster1.xml" Id="R7ca4a9a84d0d4ffe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d65d9620fe441e8" /><Relationship Type="http://schemas.openxmlformats.org/officeDocument/2006/relationships/notesMaster" Target="/ppt/notesMasters/notesMaster1.xml" Id="Rd6f6c43dff46494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b8c092bc560c47ea" /><Relationship Type="http://schemas.openxmlformats.org/officeDocument/2006/relationships/notesMaster" Target="/ppt/notesMasters/notesMaster1.xml" Id="Rff14962f743f484d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82d07bdd45f14304" /><Relationship Type="http://schemas.openxmlformats.org/officeDocument/2006/relationships/notesMaster" Target="/ppt/notesMasters/notesMaster1.xml" Id="R56362def63674871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384d4efba1ac4b60" /><Relationship Type="http://schemas.openxmlformats.org/officeDocument/2006/relationships/notesMaster" Target="/ppt/notesMasters/notesMaster1.xml" Id="R898db327aa16466b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f0065e3c5f174e8e" /><Relationship Type="http://schemas.openxmlformats.org/officeDocument/2006/relationships/notesMaster" Target="/ppt/notesMasters/notesMaster1.xml" Id="Ra7a359682dac497a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ec88cf1c5eab49ca" /><Relationship Type="http://schemas.openxmlformats.org/officeDocument/2006/relationships/notesMaster" Target="/ppt/notesMasters/notesMaster1.xml" Id="R554a00b001a742e2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6e51982cf7854948" /><Relationship Type="http://schemas.openxmlformats.org/officeDocument/2006/relationships/notesMaster" Target="/ppt/notesMasters/notesMaster1.xml" Id="R3345dc97168d434b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1ea4b6037a6f48e8" /><Relationship Type="http://schemas.openxmlformats.org/officeDocument/2006/relationships/notesMaster" Target="/ppt/notesMasters/notesMaster1.xml" Id="R8d758171029a4a3d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896a40aaff034ff0" /><Relationship Type="http://schemas.openxmlformats.org/officeDocument/2006/relationships/notesMaster" Target="/ppt/notesMasters/notesMaster1.xml" Id="R6b72cd5b2cf6455d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386bf26f32314512" /><Relationship Type="http://schemas.openxmlformats.org/officeDocument/2006/relationships/notesMaster" Target="/ppt/notesMasters/notesMaster1.xml" Id="R957e38e9fe7f4620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adc5c275774d4ae4" /><Relationship Type="http://schemas.openxmlformats.org/officeDocument/2006/relationships/notesMaster" Target="/ppt/notesMasters/notesMaster1.xml" Id="R7e7513439d4d47af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60554264d4054216" /><Relationship Type="http://schemas.openxmlformats.org/officeDocument/2006/relationships/notesMaster" Target="/ppt/notesMasters/notesMaster1.xml" Id="R9275173dcfe5443c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84133e8d5cb444b6" /><Relationship Type="http://schemas.openxmlformats.org/officeDocument/2006/relationships/notesMaster" Target="/ppt/notesMasters/notesMaster1.xml" Id="R96d738c7099f4741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3b05c63ead964d0f" /><Relationship Type="http://schemas.openxmlformats.org/officeDocument/2006/relationships/notesMaster" Target="/ppt/notesMasters/notesMaster1.xml" Id="R0b0e21e6f0bd4972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ea9f0fabf0274a38" /><Relationship Type="http://schemas.openxmlformats.org/officeDocument/2006/relationships/notesMaster" Target="/ppt/notesMasters/notesMaster1.xml" Id="R9fa627fc2ddc485d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c7386e66109b4b13" /><Relationship Type="http://schemas.openxmlformats.org/officeDocument/2006/relationships/notesMaster" Target="/ppt/notesMasters/notesMaster1.xml" Id="R5a4502bde67e4428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34da2f55e99c4d61" /><Relationship Type="http://schemas.openxmlformats.org/officeDocument/2006/relationships/notesMaster" Target="/ppt/notesMasters/notesMaster1.xml" Id="R420328d48f56469b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4aa243fd095f48e0" /><Relationship Type="http://schemas.openxmlformats.org/officeDocument/2006/relationships/notesMaster" Target="/ppt/notesMasters/notesMaster1.xml" Id="Re29e5cd26895411f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aff7ea8a2e30419f" /><Relationship Type="http://schemas.openxmlformats.org/officeDocument/2006/relationships/notesMaster" Target="/ppt/notesMasters/notesMaster1.xml" Id="R6cc3daa629ec483e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5abfd1faa7534aa1" /><Relationship Type="http://schemas.openxmlformats.org/officeDocument/2006/relationships/notesMaster" Target="/ppt/notesMasters/notesMaster1.xml" Id="Rd8e8c7c28f4f4622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66500b3851ca4dfe" /><Relationship Type="http://schemas.openxmlformats.org/officeDocument/2006/relationships/notesMaster" Target="/ppt/notesMasters/notesMaster1.xml" Id="R5cede2609a214c5b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e8652ed976754a61" /><Relationship Type="http://schemas.openxmlformats.org/officeDocument/2006/relationships/notesMaster" Target="/ppt/notesMasters/notesMaster1.xml" Id="R2ca5372e8f73429c" /></Relationships>
</file>

<file path=ppt/notesSlides/_rels/notesSlide71.xml.rels>&#65279;<?xml version="1.0" encoding="utf-8"?><Relationships xmlns="http://schemas.openxmlformats.org/package/2006/relationships"><Relationship Type="http://schemas.openxmlformats.org/officeDocument/2006/relationships/slide" Target="/ppt/slides/slide71.xml" Id="Raa100b3ddcf247d6" /><Relationship Type="http://schemas.openxmlformats.org/officeDocument/2006/relationships/notesMaster" Target="/ppt/notesMasters/notesMaster1.xml" Id="R8d833bee6e984f75" /></Relationships>
</file>

<file path=ppt/notesSlides/_rels/notesSlide72.xml.rels>&#65279;<?xml version="1.0" encoding="utf-8"?><Relationships xmlns="http://schemas.openxmlformats.org/package/2006/relationships"><Relationship Type="http://schemas.openxmlformats.org/officeDocument/2006/relationships/slide" Target="/ppt/slides/slide72.xml" Id="R873d0fed79d54fb1" /><Relationship Type="http://schemas.openxmlformats.org/officeDocument/2006/relationships/notesMaster" Target="/ppt/notesMasters/notesMaster1.xml" Id="Rfad8353139c8495c" /></Relationships>
</file>

<file path=ppt/notesSlides/_rels/notesSlide73.xml.rels>&#65279;<?xml version="1.0" encoding="utf-8"?><Relationships xmlns="http://schemas.openxmlformats.org/package/2006/relationships"><Relationship Type="http://schemas.openxmlformats.org/officeDocument/2006/relationships/slide" Target="/ppt/slides/slide73.xml" Id="Rc0f5816f339142be" /><Relationship Type="http://schemas.openxmlformats.org/officeDocument/2006/relationships/notesMaster" Target="/ppt/notesMasters/notesMaster1.xml" Id="Rcfaedf610ec04018" /></Relationships>
</file>

<file path=ppt/notesSlides/_rels/notesSlide74.xml.rels>&#65279;<?xml version="1.0" encoding="utf-8"?><Relationships xmlns="http://schemas.openxmlformats.org/package/2006/relationships"><Relationship Type="http://schemas.openxmlformats.org/officeDocument/2006/relationships/slide" Target="/ppt/slides/slide74.xml" Id="R5ea8a7d4f6a74d31" /><Relationship Type="http://schemas.openxmlformats.org/officeDocument/2006/relationships/notesMaster" Target="/ppt/notesMasters/notesMaster1.xml" Id="Reac15bc8f56145bd" /></Relationships>
</file>

<file path=ppt/notesSlides/_rels/notesSlide75.xml.rels>&#65279;<?xml version="1.0" encoding="utf-8"?><Relationships xmlns="http://schemas.openxmlformats.org/package/2006/relationships"><Relationship Type="http://schemas.openxmlformats.org/officeDocument/2006/relationships/slide" Target="/ppt/slides/slide75.xml" Id="Race046bb600848bb" /><Relationship Type="http://schemas.openxmlformats.org/officeDocument/2006/relationships/notesMaster" Target="/ppt/notesMasters/notesMaster1.xml" Id="Rb25d365d8bfc4c5c" /></Relationships>
</file>

<file path=ppt/notesSlides/_rels/notesSlide76.xml.rels>&#65279;<?xml version="1.0" encoding="utf-8"?><Relationships xmlns="http://schemas.openxmlformats.org/package/2006/relationships"><Relationship Type="http://schemas.openxmlformats.org/officeDocument/2006/relationships/slide" Target="/ppt/slides/slide76.xml" Id="Rd02e9cc909ad40ac" /><Relationship Type="http://schemas.openxmlformats.org/officeDocument/2006/relationships/notesMaster" Target="/ppt/notesMasters/notesMaster1.xml" Id="R12c6be0378b0428e" /></Relationships>
</file>

<file path=ppt/notesSlides/_rels/notesSlide77.xml.rels>&#65279;<?xml version="1.0" encoding="utf-8"?><Relationships xmlns="http://schemas.openxmlformats.org/package/2006/relationships"><Relationship Type="http://schemas.openxmlformats.org/officeDocument/2006/relationships/slide" Target="/ppt/slides/slide77.xml" Id="Rc3d77697eef74fe8" /><Relationship Type="http://schemas.openxmlformats.org/officeDocument/2006/relationships/notesMaster" Target="/ppt/notesMasters/notesMaster1.xml" Id="Rebc37a25d0c1451d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1de270dc6fd14fef" /><Relationship Type="http://schemas.openxmlformats.org/officeDocument/2006/relationships/notesMaster" Target="/ppt/notesMasters/notesMaster1.xml" Id="Rdf7c00e1f4e84a7b" /></Relationships>
</file>

<file path=ppt/notesSlides/_rels/notesSlide79.xml.rels>&#65279;<?xml version="1.0" encoding="utf-8"?><Relationships xmlns="http://schemas.openxmlformats.org/package/2006/relationships"><Relationship Type="http://schemas.openxmlformats.org/officeDocument/2006/relationships/slide" Target="/ppt/slides/slide79.xml" Id="R6cb5d530a9134b8e" /><Relationship Type="http://schemas.openxmlformats.org/officeDocument/2006/relationships/notesMaster" Target="/ppt/notesMasters/notesMaster1.xml" Id="Rc3bc8f9e23994cdf" /></Relationships>
</file>

<file path=ppt/notesSlides/_rels/notesSlide80.xml.rels>&#65279;<?xml version="1.0" encoding="utf-8"?><Relationships xmlns="http://schemas.openxmlformats.org/package/2006/relationships"><Relationship Type="http://schemas.openxmlformats.org/officeDocument/2006/relationships/slide" Target="/ppt/slides/slide80.xml" Id="Rb029275d6bab4106" /><Relationship Type="http://schemas.openxmlformats.org/officeDocument/2006/relationships/notesMaster" Target="/ppt/notesMasters/notesMaster1.xml" Id="Rff8fa59adaf04f32" /></Relationships>
</file>

<file path=ppt/notesSlides/_rels/notesSlide81.xml.rels>&#65279;<?xml version="1.0" encoding="utf-8"?><Relationships xmlns="http://schemas.openxmlformats.org/package/2006/relationships"><Relationship Type="http://schemas.openxmlformats.org/officeDocument/2006/relationships/slide" Target="/ppt/slides/slide81.xml" Id="R457fcb4738cd4924" /><Relationship Type="http://schemas.openxmlformats.org/officeDocument/2006/relationships/notesMaster" Target="/ppt/notesMasters/notesMaster1.xml" Id="R5218899c60de40b1" /></Relationships>
</file>

<file path=ppt/notesSlides/_rels/notesSlide82.xml.rels>&#65279;<?xml version="1.0" encoding="utf-8"?><Relationships xmlns="http://schemas.openxmlformats.org/package/2006/relationships"><Relationship Type="http://schemas.openxmlformats.org/officeDocument/2006/relationships/slide" Target="/ppt/slides/slide82.xml" Id="R72919356ea584217" /><Relationship Type="http://schemas.openxmlformats.org/officeDocument/2006/relationships/notesMaster" Target="/ppt/notesMasters/notesMaster1.xml" Id="Ra90ce5877398492e" /></Relationships>
</file>

<file path=ppt/notesSlides/_rels/notesSlide83.xml.rels>&#65279;<?xml version="1.0" encoding="utf-8"?><Relationships xmlns="http://schemas.openxmlformats.org/package/2006/relationships"><Relationship Type="http://schemas.openxmlformats.org/officeDocument/2006/relationships/slide" Target="/ppt/slides/slide83.xml" Id="R48de5f85ca6842d5" /><Relationship Type="http://schemas.openxmlformats.org/officeDocument/2006/relationships/notesMaster" Target="/ppt/notesMasters/notesMaster1.xml" Id="Ra65f90824a1f4abf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2dd2bc84c8594bee" /><Relationship Type="http://schemas.openxmlformats.org/officeDocument/2006/relationships/notesMaster" Target="/ppt/notesMasters/notesMaster1.xml" Id="R431ce59865fc4b41" /></Relationships>
</file>

<file path=ppt/notesSlides/_rels/notesSlide85.xml.rels>&#65279;<?xml version="1.0" encoding="utf-8"?><Relationships xmlns="http://schemas.openxmlformats.org/package/2006/relationships"><Relationship Type="http://schemas.openxmlformats.org/officeDocument/2006/relationships/slide" Target="/ppt/slides/slide85.xml" Id="R2320890891a04efb" /><Relationship Type="http://schemas.openxmlformats.org/officeDocument/2006/relationships/notesMaster" Target="/ppt/notesMasters/notesMaster1.xml" Id="R5a95dffce9c643fd" /></Relationships>
</file>

<file path=ppt/notesSlides/_rels/notesSlide86.xml.rels>&#65279;<?xml version="1.0" encoding="utf-8"?><Relationships xmlns="http://schemas.openxmlformats.org/package/2006/relationships"><Relationship Type="http://schemas.openxmlformats.org/officeDocument/2006/relationships/slide" Target="/ppt/slides/slide86.xml" Id="Ra6f2c3d22a1d4d46" /><Relationship Type="http://schemas.openxmlformats.org/officeDocument/2006/relationships/notesMaster" Target="/ppt/notesMasters/notesMaster1.xml" Id="R616c57b0db9d4366" /></Relationships>
</file>

<file path=ppt/notesSlides/_rels/notesSlide87.xml.rels>&#65279;<?xml version="1.0" encoding="utf-8"?><Relationships xmlns="http://schemas.openxmlformats.org/package/2006/relationships"><Relationship Type="http://schemas.openxmlformats.org/officeDocument/2006/relationships/slide" Target="/ppt/slides/slide87.xml" Id="R2a22802c05a54fa7" /><Relationship Type="http://schemas.openxmlformats.org/officeDocument/2006/relationships/notesMaster" Target="/ppt/notesMasters/notesMaster1.xml" Id="R046b5d990c234f91" /></Relationships>
</file>

<file path=ppt/notesSlides/_rels/notesSlide88.xml.rels>&#65279;<?xml version="1.0" encoding="utf-8"?><Relationships xmlns="http://schemas.openxmlformats.org/package/2006/relationships"><Relationship Type="http://schemas.openxmlformats.org/officeDocument/2006/relationships/slide" Target="/ppt/slides/slide88.xml" Id="R1a829f2bf3e1420a" /><Relationship Type="http://schemas.openxmlformats.org/officeDocument/2006/relationships/notesMaster" Target="/ppt/notesMasters/notesMaster1.xml" Id="Rf837e09d622441fd" /></Relationships>
</file>

<file path=ppt/notesSlides/_rels/notesSlide89.xml.rels>&#65279;<?xml version="1.0" encoding="utf-8"?><Relationships xmlns="http://schemas.openxmlformats.org/package/2006/relationships"><Relationship Type="http://schemas.openxmlformats.org/officeDocument/2006/relationships/slide" Target="/ppt/slides/slide89.xml" Id="R1490ea2c2d624bed" /><Relationship Type="http://schemas.openxmlformats.org/officeDocument/2006/relationships/notesMaster" Target="/ppt/notesMasters/notesMaster1.xml" Id="R2c81e662fbee4319" /></Relationships>
</file>

<file path=ppt/notesSlides/_rels/notesSlide90.xml.rels>&#65279;<?xml version="1.0" encoding="utf-8"?><Relationships xmlns="http://schemas.openxmlformats.org/package/2006/relationships"><Relationship Type="http://schemas.openxmlformats.org/officeDocument/2006/relationships/slide" Target="/ppt/slides/slide90.xml" Id="Rf2acacd48dfc4450" /><Relationship Type="http://schemas.openxmlformats.org/officeDocument/2006/relationships/notesMaster" Target="/ppt/notesMasters/notesMaster1.xml" Id="Rbc99e76084704efa" /></Relationships>
</file>

<file path=ppt/notesSlides/_rels/notesSlide91.xml.rels>&#65279;<?xml version="1.0" encoding="utf-8"?><Relationships xmlns="http://schemas.openxmlformats.org/package/2006/relationships"><Relationship Type="http://schemas.openxmlformats.org/officeDocument/2006/relationships/slide" Target="/ppt/slides/slide91.xml" Id="Ra9dd0a63d765441a" /><Relationship Type="http://schemas.openxmlformats.org/officeDocument/2006/relationships/notesMaster" Target="/ppt/notesMasters/notesMaster1.xml" Id="Ra7c5ef5c93134038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7bdc7105246040ec" /><Relationship Type="http://schemas.openxmlformats.org/officeDocument/2006/relationships/notesMaster" Target="/ppt/notesMasters/notesMaster1.xml" Id="R1e349fae9245477b" /></Relationships>
</file>

<file path=ppt/notesSlides/_rels/notesSlide93.xml.rels>&#65279;<?xml version="1.0" encoding="utf-8"?><Relationships xmlns="http://schemas.openxmlformats.org/package/2006/relationships"><Relationship Type="http://schemas.openxmlformats.org/officeDocument/2006/relationships/slide" Target="/ppt/slides/slide93.xml" Id="Rb0db73aa2af24fca" /><Relationship Type="http://schemas.openxmlformats.org/officeDocument/2006/relationships/notesMaster" Target="/ppt/notesMasters/notesMaster1.xml" Id="Rb36b7b32816a4274" /></Relationships>
</file>

<file path=ppt/notesSlides/_rels/notesSlide94.xml.rels>&#65279;<?xml version="1.0" encoding="utf-8"?><Relationships xmlns="http://schemas.openxmlformats.org/package/2006/relationships"><Relationship Type="http://schemas.openxmlformats.org/officeDocument/2006/relationships/slide" Target="/ppt/slides/slide94.xml" Id="Rffa3957b09f94c81" /><Relationship Type="http://schemas.openxmlformats.org/officeDocument/2006/relationships/notesMaster" Target="/ppt/notesMasters/notesMaster1.xml" Id="R44750fe2d6c94df1" /></Relationships>
</file>

<file path=ppt/notesSlides/_rels/notesSlide95.xml.rels>&#65279;<?xml version="1.0" encoding="utf-8"?><Relationships xmlns="http://schemas.openxmlformats.org/package/2006/relationships"><Relationship Type="http://schemas.openxmlformats.org/officeDocument/2006/relationships/slide" Target="/ppt/slides/slide95.xml" Id="Rd2da1b8e40cf4c49" /><Relationship Type="http://schemas.openxmlformats.org/officeDocument/2006/relationships/notesMaster" Target="/ppt/notesMasters/notesMaster1.xml" Id="R6aa3ae52bf20401d" /></Relationships>
</file>

<file path=ppt/notesSlides/_rels/notesSlide96.xml.rels>&#65279;<?xml version="1.0" encoding="utf-8"?><Relationships xmlns="http://schemas.openxmlformats.org/package/2006/relationships"><Relationship Type="http://schemas.openxmlformats.org/officeDocument/2006/relationships/slide" Target="/ppt/slides/slide96.xml" Id="R7d29233b941d4d8e" /><Relationship Type="http://schemas.openxmlformats.org/officeDocument/2006/relationships/notesMaster" Target="/ppt/notesMasters/notesMaster1.xml" Id="R8fa910efea4148c1" /></Relationships>
</file>

<file path=ppt/notesSlides/_rels/notesSlide97.xml.rels>&#65279;<?xml version="1.0" encoding="utf-8"?><Relationships xmlns="http://schemas.openxmlformats.org/package/2006/relationships"><Relationship Type="http://schemas.openxmlformats.org/officeDocument/2006/relationships/slide" Target="/ppt/slides/slide97.xml" Id="Re1fa844d1d394e55" /><Relationship Type="http://schemas.openxmlformats.org/officeDocument/2006/relationships/notesMaster" Target="/ppt/notesMasters/notesMaster1.xml" Id="R6ca44b3327b64da3" /></Relationships>
</file>

<file path=ppt/notesSlides/_rels/notesSlide98.xml.rels>&#65279;<?xml version="1.0" encoding="utf-8"?><Relationships xmlns="http://schemas.openxmlformats.org/package/2006/relationships"><Relationship Type="http://schemas.openxmlformats.org/officeDocument/2006/relationships/slide" Target="/ppt/slides/slide98.xml" Id="R3a6f23a5544345c0" /><Relationship Type="http://schemas.openxmlformats.org/officeDocument/2006/relationships/notesMaster" Target="/ppt/notesMasters/notesMaster1.xml" Id="Rfdfeb4f18fae47c3" /></Relationships>
</file>

<file path=ppt/notesSlides/_rels/notesSlide99.xml.rels>&#65279;<?xml version="1.0" encoding="utf-8"?><Relationships xmlns="http://schemas.openxmlformats.org/package/2006/relationships"><Relationship Type="http://schemas.openxmlformats.org/officeDocument/2006/relationships/slide" Target="/ppt/slides/slide99.xml" Id="Rc8cbf2a759664dd5" /><Relationship Type="http://schemas.openxmlformats.org/officeDocument/2006/relationships/notesMaster" Target="/ppt/notesMasters/notesMaster1.xml" Id="Ra29448a20627441f" /></Relationships>
</file>

<file path=ppt/notesSlides/_rels/notesSlide100.xml.rels>&#65279;<?xml version="1.0" encoding="utf-8"?><Relationships xmlns="http://schemas.openxmlformats.org/package/2006/relationships"><Relationship Type="http://schemas.openxmlformats.org/officeDocument/2006/relationships/slide" Target="/ppt/slides/slide100.xml" Id="Rc0256b2ec6ee4d69" /><Relationship Type="http://schemas.openxmlformats.org/officeDocument/2006/relationships/notesMaster" Target="/ppt/notesMasters/notesMaster1.xml" Id="R04e7831d9e6b4712" /></Relationships>
</file>

<file path=ppt/notesSlides/_rels/notesSlide101.xml.rels>&#65279;<?xml version="1.0" encoding="utf-8"?><Relationships xmlns="http://schemas.openxmlformats.org/package/2006/relationships"><Relationship Type="http://schemas.openxmlformats.org/officeDocument/2006/relationships/slide" Target="/ppt/slides/slide101.xml" Id="R5ce1a62f2ce9489f" /><Relationship Type="http://schemas.openxmlformats.org/officeDocument/2006/relationships/notesMaster" Target="/ppt/notesMasters/notesMaster1.xml" Id="R2229037be1314721" /></Relationships>
</file>

<file path=ppt/notesSlides/_rels/notesSlide102.xml.rels>&#65279;<?xml version="1.0" encoding="utf-8"?><Relationships xmlns="http://schemas.openxmlformats.org/package/2006/relationships"><Relationship Type="http://schemas.openxmlformats.org/officeDocument/2006/relationships/slide" Target="/ppt/slides/slide102.xml" Id="Rde30ee0a460747db" /><Relationship Type="http://schemas.openxmlformats.org/officeDocument/2006/relationships/notesMaster" Target="/ppt/notesMasters/notesMaster1.xml" Id="R712df86c24814d19" /></Relationships>
</file>

<file path=ppt/notesSlides/_rels/notesSlide103.xml.rels>&#65279;<?xml version="1.0" encoding="utf-8"?><Relationships xmlns="http://schemas.openxmlformats.org/package/2006/relationships"><Relationship Type="http://schemas.openxmlformats.org/officeDocument/2006/relationships/slide" Target="/ppt/slides/slide103.xml" Id="Re6a0b64b33554454" /><Relationship Type="http://schemas.openxmlformats.org/officeDocument/2006/relationships/notesMaster" Target="/ppt/notesMasters/notesMaster1.xml" Id="Rd745bd99ded44fb7" /></Relationships>
</file>

<file path=ppt/notesSlides/_rels/notesSlide104.xml.rels>&#65279;<?xml version="1.0" encoding="utf-8"?><Relationships xmlns="http://schemas.openxmlformats.org/package/2006/relationships"><Relationship Type="http://schemas.openxmlformats.org/officeDocument/2006/relationships/slide" Target="/ppt/slides/slide104.xml" Id="R7d35190db4b24a25" /><Relationship Type="http://schemas.openxmlformats.org/officeDocument/2006/relationships/notesMaster" Target="/ppt/notesMasters/notesMaster1.xml" Id="R60b5bd6df84b4bcb" /></Relationships>
</file>

<file path=ppt/notesSlides/_rels/notesSlide105.xml.rels>&#65279;<?xml version="1.0" encoding="utf-8"?><Relationships xmlns="http://schemas.openxmlformats.org/package/2006/relationships"><Relationship Type="http://schemas.openxmlformats.org/officeDocument/2006/relationships/slide" Target="/ppt/slides/slide105.xml" Id="Re7954eddf87840d4" /><Relationship Type="http://schemas.openxmlformats.org/officeDocument/2006/relationships/notesMaster" Target="/ppt/notesMasters/notesMaster1.xml" Id="R5b2dba8d5caa43fd" /></Relationships>
</file>

<file path=ppt/notesSlides/_rels/notesSlide106.xml.rels>&#65279;<?xml version="1.0" encoding="utf-8"?><Relationships xmlns="http://schemas.openxmlformats.org/package/2006/relationships"><Relationship Type="http://schemas.openxmlformats.org/officeDocument/2006/relationships/slide" Target="/ppt/slides/slide106.xml" Id="Rbbe9b27c951a4283" /><Relationship Type="http://schemas.openxmlformats.org/officeDocument/2006/relationships/notesMaster" Target="/ppt/notesMasters/notesMaster1.xml" Id="R331f527d00264bc0" /></Relationships>
</file>

<file path=ppt/notesSlides/_rels/notesSlide107.xml.rels>&#65279;<?xml version="1.0" encoding="utf-8"?><Relationships xmlns="http://schemas.openxmlformats.org/package/2006/relationships"><Relationship Type="http://schemas.openxmlformats.org/officeDocument/2006/relationships/slide" Target="/ppt/slides/slide107.xml" Id="R3bc0745e36db425e" /><Relationship Type="http://schemas.openxmlformats.org/officeDocument/2006/relationships/notesMaster" Target="/ppt/notesMasters/notesMaster1.xml" Id="R0463f96747a84a04" /></Relationships>
</file>

<file path=ppt/notesSlides/_rels/notesSlide108.xml.rels>&#65279;<?xml version="1.0" encoding="utf-8"?><Relationships xmlns="http://schemas.openxmlformats.org/package/2006/relationships"><Relationship Type="http://schemas.openxmlformats.org/officeDocument/2006/relationships/slide" Target="/ppt/slides/slide108.xml" Id="Rdd41a7855b604606" /><Relationship Type="http://schemas.openxmlformats.org/officeDocument/2006/relationships/notesMaster" Target="/ppt/notesMasters/notesMaster1.xml" Id="Rcf0ec711e6e44ceb" /></Relationships>
</file>

<file path=ppt/notesSlides/_rels/notesSlide109.xml.rels>&#65279;<?xml version="1.0" encoding="utf-8"?><Relationships xmlns="http://schemas.openxmlformats.org/package/2006/relationships"><Relationship Type="http://schemas.openxmlformats.org/officeDocument/2006/relationships/slide" Target="/ppt/slides/slide109.xml" Id="R7742d7dbe7a0440d" /><Relationship Type="http://schemas.openxmlformats.org/officeDocument/2006/relationships/notesMaster" Target="/ppt/notesMasters/notesMaster1.xml" Id="R5373ac62d1034f1e" /></Relationships>
</file>

<file path=ppt/notesSlides/_rels/notesSlide110.xml.rels>&#65279;<?xml version="1.0" encoding="utf-8"?><Relationships xmlns="http://schemas.openxmlformats.org/package/2006/relationships"><Relationship Type="http://schemas.openxmlformats.org/officeDocument/2006/relationships/slide" Target="/ppt/slides/slide110.xml" Id="R06d778c26d8a4dcc" /><Relationship Type="http://schemas.openxmlformats.org/officeDocument/2006/relationships/notesMaster" Target="/ppt/notesMasters/notesMaster1.xml" Id="Radcbfcf270be4135" /></Relationships>
</file>

<file path=ppt/notesSlides/_rels/notesSlide111.xml.rels>&#65279;<?xml version="1.0" encoding="utf-8"?><Relationships xmlns="http://schemas.openxmlformats.org/package/2006/relationships"><Relationship Type="http://schemas.openxmlformats.org/officeDocument/2006/relationships/slide" Target="/ppt/slides/slide111.xml" Id="R85e46d1b86b148ed" /><Relationship Type="http://schemas.openxmlformats.org/officeDocument/2006/relationships/notesMaster" Target="/ppt/notesMasters/notesMaster1.xml" Id="R8ee90051c6294a4d" /></Relationships>
</file>

<file path=ppt/notesSlides/_rels/notesSlide112.xml.rels>&#65279;<?xml version="1.0" encoding="utf-8"?><Relationships xmlns="http://schemas.openxmlformats.org/package/2006/relationships"><Relationship Type="http://schemas.openxmlformats.org/officeDocument/2006/relationships/slide" Target="/ppt/slides/slide112.xml" Id="R95cd6ca7075c4af1" /><Relationship Type="http://schemas.openxmlformats.org/officeDocument/2006/relationships/notesMaster" Target="/ppt/notesMasters/notesMaster1.xml" Id="R3c5e83f814984d36" /></Relationships>
</file>

<file path=ppt/notesSlides/_rels/notesSlide113.xml.rels>&#65279;<?xml version="1.0" encoding="utf-8"?><Relationships xmlns="http://schemas.openxmlformats.org/package/2006/relationships"><Relationship Type="http://schemas.openxmlformats.org/officeDocument/2006/relationships/slide" Target="/ppt/slides/slide113.xml" Id="R7eb3408b392b4693" /><Relationship Type="http://schemas.openxmlformats.org/officeDocument/2006/relationships/notesMaster" Target="/ppt/notesMasters/notesMaster1.xml" Id="R70d84579d85946a5" /></Relationships>
</file>

<file path=ppt/notesSlides/_rels/notesSlide114.xml.rels>&#65279;<?xml version="1.0" encoding="utf-8"?><Relationships xmlns="http://schemas.openxmlformats.org/package/2006/relationships"><Relationship Type="http://schemas.openxmlformats.org/officeDocument/2006/relationships/slide" Target="/ppt/slides/slide114.xml" Id="R13c1bfd65d954caa" /><Relationship Type="http://schemas.openxmlformats.org/officeDocument/2006/relationships/notesMaster" Target="/ppt/notesMasters/notesMaster1.xml" Id="Rb7bba36c99744235" /></Relationships>
</file>

<file path=ppt/notesSlides/_rels/notesSlide115.xml.rels>&#65279;<?xml version="1.0" encoding="utf-8"?><Relationships xmlns="http://schemas.openxmlformats.org/package/2006/relationships"><Relationship Type="http://schemas.openxmlformats.org/officeDocument/2006/relationships/slide" Target="/ppt/slides/slide115.xml" Id="R303138587a7a4100" /><Relationship Type="http://schemas.openxmlformats.org/officeDocument/2006/relationships/notesMaster" Target="/ppt/notesMasters/notesMaster1.xml" Id="Rbdcdea416ce346b6" /></Relationships>
</file>

<file path=ppt/notesSlides/_rels/notesSlide116.xml.rels>&#65279;<?xml version="1.0" encoding="utf-8"?><Relationships xmlns="http://schemas.openxmlformats.org/package/2006/relationships"><Relationship Type="http://schemas.openxmlformats.org/officeDocument/2006/relationships/slide" Target="/ppt/slides/slide116.xml" Id="R6f076c207b514ee4" /><Relationship Type="http://schemas.openxmlformats.org/officeDocument/2006/relationships/notesMaster" Target="/ppt/notesMasters/notesMaster1.xml" Id="R5e19f18e34434f13" /></Relationships>
</file>

<file path=ppt/notesSlides/_rels/notesSlide117.xml.rels>&#65279;<?xml version="1.0" encoding="utf-8"?><Relationships xmlns="http://schemas.openxmlformats.org/package/2006/relationships"><Relationship Type="http://schemas.openxmlformats.org/officeDocument/2006/relationships/slide" Target="/ppt/slides/slide117.xml" Id="Rf4d62e7ea2cc41ea" /><Relationship Type="http://schemas.openxmlformats.org/officeDocument/2006/relationships/notesMaster" Target="/ppt/notesMasters/notesMaster1.xml" Id="R27fdbb180b8240cb" /></Relationships>
</file>

<file path=ppt/notesSlides/_rels/notesSlide118.xml.rels>&#65279;<?xml version="1.0" encoding="utf-8"?><Relationships xmlns="http://schemas.openxmlformats.org/package/2006/relationships"><Relationship Type="http://schemas.openxmlformats.org/officeDocument/2006/relationships/slide" Target="/ppt/slides/slide118.xml" Id="Ref88bfb8bc384962" /><Relationship Type="http://schemas.openxmlformats.org/officeDocument/2006/relationships/notesMaster" Target="/ppt/notesMasters/notesMaster1.xml" Id="Rcbedf4e9b6284d1c" /></Relationships>
</file>

<file path=ppt/notesSlides/_rels/notesSlide119.xml.rels>&#65279;<?xml version="1.0" encoding="utf-8"?><Relationships xmlns="http://schemas.openxmlformats.org/package/2006/relationships"><Relationship Type="http://schemas.openxmlformats.org/officeDocument/2006/relationships/slide" Target="/ppt/slides/slide119.xml" Id="R57ea59bda492430c" /><Relationship Type="http://schemas.openxmlformats.org/officeDocument/2006/relationships/notesMaster" Target="/ppt/notesMasters/notesMaster1.xml" Id="R937e334d56f24f49" /></Relationships>
</file>

<file path=ppt/notesSlides/_rels/notesSlide120.xml.rels>&#65279;<?xml version="1.0" encoding="utf-8"?><Relationships xmlns="http://schemas.openxmlformats.org/package/2006/relationships"><Relationship Type="http://schemas.openxmlformats.org/officeDocument/2006/relationships/slide" Target="/ppt/slides/slide120.xml" Id="R1b45628ff4dd41f7" /><Relationship Type="http://schemas.openxmlformats.org/officeDocument/2006/relationships/notesMaster" Target="/ppt/notesMasters/notesMaster1.xml" Id="R8e061c049d184667" /></Relationships>
</file>

<file path=ppt/notesSlides/_rels/notesSlide121.xml.rels>&#65279;<?xml version="1.0" encoding="utf-8"?><Relationships xmlns="http://schemas.openxmlformats.org/package/2006/relationships"><Relationship Type="http://schemas.openxmlformats.org/officeDocument/2006/relationships/slide" Target="/ppt/slides/slide121.xml" Id="R6362b85e511c41d8" /><Relationship Type="http://schemas.openxmlformats.org/officeDocument/2006/relationships/notesMaster" Target="/ppt/notesMasters/notesMaster1.xml" Id="Re258f6bbd9364e24" /></Relationships>
</file>

<file path=ppt/notesSlides/_rels/notesSlide122.xml.rels>&#65279;<?xml version="1.0" encoding="utf-8"?><Relationships xmlns="http://schemas.openxmlformats.org/package/2006/relationships"><Relationship Type="http://schemas.openxmlformats.org/officeDocument/2006/relationships/slide" Target="/ppt/slides/slide122.xml" Id="Ra346f4e19e5a4dd2" /><Relationship Type="http://schemas.openxmlformats.org/officeDocument/2006/relationships/notesMaster" Target="/ppt/notesMasters/notesMaster1.xml" Id="Re86c0436699c4fd4" /></Relationships>
</file>

<file path=ppt/notesSlides/_rels/notesSlide123.xml.rels>&#65279;<?xml version="1.0" encoding="utf-8"?><Relationships xmlns="http://schemas.openxmlformats.org/package/2006/relationships"><Relationship Type="http://schemas.openxmlformats.org/officeDocument/2006/relationships/slide" Target="/ppt/slides/slide123.xml" Id="R11f2b21945644912" /><Relationship Type="http://schemas.openxmlformats.org/officeDocument/2006/relationships/notesMaster" Target="/ppt/notesMasters/notesMaster1.xml" Id="R9e9bb1216df14626" /></Relationships>
</file>

<file path=ppt/notesSlides/_rels/notesSlide124.xml.rels>&#65279;<?xml version="1.0" encoding="utf-8"?><Relationships xmlns="http://schemas.openxmlformats.org/package/2006/relationships"><Relationship Type="http://schemas.openxmlformats.org/officeDocument/2006/relationships/slide" Target="/ppt/slides/slide124.xml" Id="R555bf8dcc9174347" /><Relationship Type="http://schemas.openxmlformats.org/officeDocument/2006/relationships/notesMaster" Target="/ppt/notesMasters/notesMaster1.xml" Id="R11bc4410221d4643" /></Relationships>
</file>

<file path=ppt/notesSlides/_rels/notesSlide125.xml.rels>&#65279;<?xml version="1.0" encoding="utf-8"?><Relationships xmlns="http://schemas.openxmlformats.org/package/2006/relationships"><Relationship Type="http://schemas.openxmlformats.org/officeDocument/2006/relationships/slide" Target="/ppt/slides/slide125.xml" Id="R09cacb44462e46e2" /><Relationship Type="http://schemas.openxmlformats.org/officeDocument/2006/relationships/notesMaster" Target="/ppt/notesMasters/notesMaster1.xml" Id="R969bc41ee37f42a7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61f65f9c5b52427d" /><Relationship Type="http://schemas.openxmlformats.org/officeDocument/2006/relationships/notesMaster" Target="/ppt/notesMasters/notesMaster1.xml" Id="R7b915494181144c8" /></Relationships>
</file>

<file path=ppt/notesSlides/_rels/notesSlide127.xml.rels>&#65279;<?xml version="1.0" encoding="utf-8"?><Relationships xmlns="http://schemas.openxmlformats.org/package/2006/relationships"><Relationship Type="http://schemas.openxmlformats.org/officeDocument/2006/relationships/slide" Target="/ppt/slides/slide127.xml" Id="Rc1db496c859e420a" /><Relationship Type="http://schemas.openxmlformats.org/officeDocument/2006/relationships/notesMaster" Target="/ppt/notesMasters/notesMaster1.xml" Id="R27d95f8c84534039" /></Relationships>
</file>

<file path=ppt/notesSlides/_rels/notesSlide128.xml.rels>&#65279;<?xml version="1.0" encoding="utf-8"?><Relationships xmlns="http://schemas.openxmlformats.org/package/2006/relationships"><Relationship Type="http://schemas.openxmlformats.org/officeDocument/2006/relationships/slide" Target="/ppt/slides/slide128.xml" Id="Raecddba386974236" /><Relationship Type="http://schemas.openxmlformats.org/officeDocument/2006/relationships/notesMaster" Target="/ppt/notesMasters/notesMaster1.xml" Id="R76e013981c2b427e" /></Relationships>
</file>

<file path=ppt/notesSlides/_rels/notesSlide129.xml.rels>&#65279;<?xml version="1.0" encoding="utf-8"?><Relationships xmlns="http://schemas.openxmlformats.org/package/2006/relationships"><Relationship Type="http://schemas.openxmlformats.org/officeDocument/2006/relationships/slide" Target="/ppt/slides/slide129.xml" Id="Rc4fa21c9f16645cb" /><Relationship Type="http://schemas.openxmlformats.org/officeDocument/2006/relationships/notesMaster" Target="/ppt/notesMasters/notesMaster1.xml" Id="R360c6bff8e4e4bec" /></Relationships>
</file>

<file path=ppt/notesSlides/_rels/notesSlide130.xml.rels>&#65279;<?xml version="1.0" encoding="utf-8"?><Relationships xmlns="http://schemas.openxmlformats.org/package/2006/relationships"><Relationship Type="http://schemas.openxmlformats.org/officeDocument/2006/relationships/slide" Target="/ppt/slides/slide130.xml" Id="Rf00a764c45d845c1" /><Relationship Type="http://schemas.openxmlformats.org/officeDocument/2006/relationships/notesMaster" Target="/ppt/notesMasters/notesMaster1.xml" Id="R5dafb19e43894e8f" /></Relationships>
</file>

<file path=ppt/notesSlides/_rels/notesSlide131.xml.rels>&#65279;<?xml version="1.0" encoding="utf-8"?><Relationships xmlns="http://schemas.openxmlformats.org/package/2006/relationships"><Relationship Type="http://schemas.openxmlformats.org/officeDocument/2006/relationships/slide" Target="/ppt/slides/slide131.xml" Id="Rb2008291c868475f" /><Relationship Type="http://schemas.openxmlformats.org/officeDocument/2006/relationships/notesMaster" Target="/ppt/notesMasters/notesMaster1.xml" Id="R6486eea872c249b0" /></Relationships>
</file>

<file path=ppt/notesSlides/_rels/notesSlide132.xml.rels>&#65279;<?xml version="1.0" encoding="utf-8"?><Relationships xmlns="http://schemas.openxmlformats.org/package/2006/relationships"><Relationship Type="http://schemas.openxmlformats.org/officeDocument/2006/relationships/slide" Target="/ppt/slides/slide132.xml" Id="R3c145c44b4c14e28" /><Relationship Type="http://schemas.openxmlformats.org/officeDocument/2006/relationships/notesMaster" Target="/ppt/notesMasters/notesMaster1.xml" Id="R4c82ebe0fbef4339" /></Relationships>
</file>

<file path=ppt/notesSlides/_rels/notesSlide133.xml.rels>&#65279;<?xml version="1.0" encoding="utf-8"?><Relationships xmlns="http://schemas.openxmlformats.org/package/2006/relationships"><Relationship Type="http://schemas.openxmlformats.org/officeDocument/2006/relationships/slide" Target="/ppt/slides/slide133.xml" Id="R509010ce41bd441d" /><Relationship Type="http://schemas.openxmlformats.org/officeDocument/2006/relationships/notesMaster" Target="/ppt/notesMasters/notesMaster1.xml" Id="R3099ffc353164c4c" /></Relationships>
</file>

<file path=ppt/notesSlides/_rels/notesSlide134.xml.rels>&#65279;<?xml version="1.0" encoding="utf-8"?><Relationships xmlns="http://schemas.openxmlformats.org/package/2006/relationships"><Relationship Type="http://schemas.openxmlformats.org/officeDocument/2006/relationships/slide" Target="/ppt/slides/slide134.xml" Id="R2f7ed0ccbf89457c" /><Relationship Type="http://schemas.openxmlformats.org/officeDocument/2006/relationships/notesMaster" Target="/ppt/notesMasters/notesMaster1.xml" Id="R9c9f169989334cb6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db6bac30a2e7466f" /><Relationship Type="http://schemas.openxmlformats.org/officeDocument/2006/relationships/notesMaster" Target="/ppt/notesMasters/notesMaster1.xml" Id="R2af42a4af3154547" /></Relationships>
</file>

<file path=ppt/notesSlides/_rels/notesSlide136.xml.rels>&#65279;<?xml version="1.0" encoding="utf-8"?><Relationships xmlns="http://schemas.openxmlformats.org/package/2006/relationships"><Relationship Type="http://schemas.openxmlformats.org/officeDocument/2006/relationships/slide" Target="/ppt/slides/slide136.xml" Id="R95391ca4f2974451" /><Relationship Type="http://schemas.openxmlformats.org/officeDocument/2006/relationships/notesMaster" Target="/ppt/notesMasters/notesMaster1.xml" Id="Re9a0de6b331d48f1" /></Relationships>
</file>

<file path=ppt/notesSlides/_rels/notesSlide137.xml.rels>&#65279;<?xml version="1.0" encoding="utf-8"?><Relationships xmlns="http://schemas.openxmlformats.org/package/2006/relationships"><Relationship Type="http://schemas.openxmlformats.org/officeDocument/2006/relationships/slide" Target="/ppt/slides/slide137.xml" Id="R9d698cbb3916430d" /><Relationship Type="http://schemas.openxmlformats.org/officeDocument/2006/relationships/notesMaster" Target="/ppt/notesMasters/notesMaster1.xml" Id="R0b63c0cf17cc455d" /></Relationships>
</file>

<file path=ppt/notesSlides/_rels/notesSlide138.xml.rels>&#65279;<?xml version="1.0" encoding="utf-8"?><Relationships xmlns="http://schemas.openxmlformats.org/package/2006/relationships"><Relationship Type="http://schemas.openxmlformats.org/officeDocument/2006/relationships/slide" Target="/ppt/slides/slide138.xml" Id="R1349f2e66a0644b0" /><Relationship Type="http://schemas.openxmlformats.org/officeDocument/2006/relationships/notesMaster" Target="/ppt/notesMasters/notesMaster1.xml" Id="R08d9d381f23743ee" /></Relationships>
</file>

<file path=ppt/notesSlides/_rels/notesSlide139.xml.rels>&#65279;<?xml version="1.0" encoding="utf-8"?><Relationships xmlns="http://schemas.openxmlformats.org/package/2006/relationships"><Relationship Type="http://schemas.openxmlformats.org/officeDocument/2006/relationships/slide" Target="/ppt/slides/slide139.xml" Id="R62a1df0187264c7f" /><Relationship Type="http://schemas.openxmlformats.org/officeDocument/2006/relationships/notesMaster" Target="/ppt/notesMasters/notesMaster1.xml" Id="R3fb1760fc1224ff0" /></Relationships>
</file>

<file path=ppt/notesSlides/_rels/notesSlide140.xml.rels>&#65279;<?xml version="1.0" encoding="utf-8"?><Relationships xmlns="http://schemas.openxmlformats.org/package/2006/relationships"><Relationship Type="http://schemas.openxmlformats.org/officeDocument/2006/relationships/slide" Target="/ppt/slides/slide140.xml" Id="Re1f64102bc25436f" /><Relationship Type="http://schemas.openxmlformats.org/officeDocument/2006/relationships/notesMaster" Target="/ppt/notesMasters/notesMaster1.xml" Id="Rc91a08addd464447" /></Relationships>
</file>

<file path=ppt/notesSlides/_rels/notesSlide141.xml.rels>&#65279;<?xml version="1.0" encoding="utf-8"?><Relationships xmlns="http://schemas.openxmlformats.org/package/2006/relationships"><Relationship Type="http://schemas.openxmlformats.org/officeDocument/2006/relationships/slide" Target="/ppt/slides/slide141.xml" Id="R369d03ecb7d640a3" /><Relationship Type="http://schemas.openxmlformats.org/officeDocument/2006/relationships/notesMaster" Target="/ppt/notesMasters/notesMaster1.xml" Id="R2628fda9d04e42e1" /></Relationships>
</file>

<file path=ppt/notesSlides/_rels/notesSlide142.xml.rels>&#65279;<?xml version="1.0" encoding="utf-8"?><Relationships xmlns="http://schemas.openxmlformats.org/package/2006/relationships"><Relationship Type="http://schemas.openxmlformats.org/officeDocument/2006/relationships/slide" Target="/ppt/slides/slide142.xml" Id="R8088f324e3d84c64" /><Relationship Type="http://schemas.openxmlformats.org/officeDocument/2006/relationships/notesMaster" Target="/ppt/notesMasters/notesMaster1.xml" Id="R599c2424b86f4760" /></Relationships>
</file>

<file path=ppt/notesSlides/_rels/notesSlide143.xml.rels>&#65279;<?xml version="1.0" encoding="utf-8"?><Relationships xmlns="http://schemas.openxmlformats.org/package/2006/relationships"><Relationship Type="http://schemas.openxmlformats.org/officeDocument/2006/relationships/slide" Target="/ppt/slides/slide143.xml" Id="R04fd1efc58cf4671" /><Relationship Type="http://schemas.openxmlformats.org/officeDocument/2006/relationships/notesMaster" Target="/ppt/notesMasters/notesMaster1.xml" Id="Rb3cc31238f484380" /></Relationships>
</file>

<file path=ppt/notesSlides/_rels/notesSlide144.xml.rels>&#65279;<?xml version="1.0" encoding="utf-8"?><Relationships xmlns="http://schemas.openxmlformats.org/package/2006/relationships"><Relationship Type="http://schemas.openxmlformats.org/officeDocument/2006/relationships/slide" Target="/ppt/slides/slide144.xml" Id="R897b6030ef4345d1" /><Relationship Type="http://schemas.openxmlformats.org/officeDocument/2006/relationships/notesMaster" Target="/ppt/notesMasters/notesMaster1.xml" Id="R0ba9ce6722ab4212" /></Relationships>
</file>

<file path=ppt/notesSlides/_rels/notesSlide145.xml.rels>&#65279;<?xml version="1.0" encoding="utf-8"?><Relationships xmlns="http://schemas.openxmlformats.org/package/2006/relationships"><Relationship Type="http://schemas.openxmlformats.org/officeDocument/2006/relationships/slide" Target="/ppt/slides/slide145.xml" Id="R89f597006f1e47b9" /><Relationship Type="http://schemas.openxmlformats.org/officeDocument/2006/relationships/notesMaster" Target="/ppt/notesMasters/notesMaster1.xml" Id="R87e6b5ed63f54a1b" /></Relationships>
</file>

<file path=ppt/notesSlides/_rels/notesSlide146.xml.rels>&#65279;<?xml version="1.0" encoding="utf-8"?><Relationships xmlns="http://schemas.openxmlformats.org/package/2006/relationships"><Relationship Type="http://schemas.openxmlformats.org/officeDocument/2006/relationships/slide" Target="/ppt/slides/slide146.xml" Id="R5f382d2c8cf044db" /><Relationship Type="http://schemas.openxmlformats.org/officeDocument/2006/relationships/notesMaster" Target="/ppt/notesMasters/notesMaster1.xml" Id="R843fd10ceaec41ad" /></Relationships>
</file>

<file path=ppt/notesSlides/_rels/notesSlide147.xml.rels>&#65279;<?xml version="1.0" encoding="utf-8"?><Relationships xmlns="http://schemas.openxmlformats.org/package/2006/relationships"><Relationship Type="http://schemas.openxmlformats.org/officeDocument/2006/relationships/slide" Target="/ppt/slides/slide147.xml" Id="R757a9b9fa435497d" /><Relationship Type="http://schemas.openxmlformats.org/officeDocument/2006/relationships/notesMaster" Target="/ppt/notesMasters/notesMaster1.xml" Id="Rd2237ebe5a7f4aa8" /></Relationships>
</file>

<file path=ppt/notesSlides/_rels/notesSlide148.xml.rels>&#65279;<?xml version="1.0" encoding="utf-8"?><Relationships xmlns="http://schemas.openxmlformats.org/package/2006/relationships"><Relationship Type="http://schemas.openxmlformats.org/officeDocument/2006/relationships/slide" Target="/ppt/slides/slide148.xml" Id="Rf11674474aed4964" /><Relationship Type="http://schemas.openxmlformats.org/officeDocument/2006/relationships/notesMaster" Target="/ppt/notesMasters/notesMaster1.xml" Id="R0bb8e3449d2f40a0" /></Relationships>
</file>

<file path=ppt/notesSlides/_rels/notesSlide149.xml.rels>&#65279;<?xml version="1.0" encoding="utf-8"?><Relationships xmlns="http://schemas.openxmlformats.org/package/2006/relationships"><Relationship Type="http://schemas.openxmlformats.org/officeDocument/2006/relationships/slide" Target="/ppt/slides/slide149.xml" Id="R65e6fe7e45304c7a" /><Relationship Type="http://schemas.openxmlformats.org/officeDocument/2006/relationships/notesMaster" Target="/ppt/notesMasters/notesMaster1.xml" Id="Re4904739afe24309" /></Relationships>
</file>

<file path=ppt/notesSlides/_rels/notesSlide150.xml.rels>&#65279;<?xml version="1.0" encoding="utf-8"?><Relationships xmlns="http://schemas.openxmlformats.org/package/2006/relationships"><Relationship Type="http://schemas.openxmlformats.org/officeDocument/2006/relationships/slide" Target="/ppt/slides/slide150.xml" Id="Ra7a6c4942ba847de" /><Relationship Type="http://schemas.openxmlformats.org/officeDocument/2006/relationships/notesMaster" Target="/ppt/notesMasters/notesMaster1.xml" Id="Red1414af0fa1420b" /></Relationships>
</file>

<file path=ppt/notesSlides/_rels/notesSlide151.xml.rels>&#65279;<?xml version="1.0" encoding="utf-8"?><Relationships xmlns="http://schemas.openxmlformats.org/package/2006/relationships"><Relationship Type="http://schemas.openxmlformats.org/officeDocument/2006/relationships/slide" Target="/ppt/slides/slide151.xml" Id="R63c6a35658704d05" /><Relationship Type="http://schemas.openxmlformats.org/officeDocument/2006/relationships/notesMaster" Target="/ppt/notesMasters/notesMaster1.xml" Id="R92847163494f45bd" /></Relationships>
</file>

<file path=ppt/notesSlides/_rels/notesSlide152.xml.rels>&#65279;<?xml version="1.0" encoding="utf-8"?><Relationships xmlns="http://schemas.openxmlformats.org/package/2006/relationships"><Relationship Type="http://schemas.openxmlformats.org/officeDocument/2006/relationships/slide" Target="/ppt/slides/slide152.xml" Id="R3c66903e544147ed" /><Relationship Type="http://schemas.openxmlformats.org/officeDocument/2006/relationships/notesMaster" Target="/ppt/notesMasters/notesMaster1.xml" Id="Rca7f8e058dbd4d90" /></Relationships>
</file>

<file path=ppt/notesSlides/_rels/notesSlide153.xml.rels>&#65279;<?xml version="1.0" encoding="utf-8"?><Relationships xmlns="http://schemas.openxmlformats.org/package/2006/relationships"><Relationship Type="http://schemas.openxmlformats.org/officeDocument/2006/relationships/slide" Target="/ppt/slides/slide153.xml" Id="Rf196659a660c429d" /><Relationship Type="http://schemas.openxmlformats.org/officeDocument/2006/relationships/notesMaster" Target="/ppt/notesMasters/notesMaster1.xml" Id="Refa01229b1ab4e96" /></Relationships>
</file>

<file path=ppt/notesSlides/_rels/notesSlide154.xml.rels>&#65279;<?xml version="1.0" encoding="utf-8"?><Relationships xmlns="http://schemas.openxmlformats.org/package/2006/relationships"><Relationship Type="http://schemas.openxmlformats.org/officeDocument/2006/relationships/slide" Target="/ppt/slides/slide154.xml" Id="Rc9402c35c91046ef" /><Relationship Type="http://schemas.openxmlformats.org/officeDocument/2006/relationships/notesMaster" Target="/ppt/notesMasters/notesMaster1.xml" Id="R964376c6471e40cc" /></Relationships>
</file>

<file path=ppt/notesSlides/_rels/notesSlide155.xml.rels>&#65279;<?xml version="1.0" encoding="utf-8"?><Relationships xmlns="http://schemas.openxmlformats.org/package/2006/relationships"><Relationship Type="http://schemas.openxmlformats.org/officeDocument/2006/relationships/slide" Target="/ppt/slides/slide155.xml" Id="R89f7220cacb6499e" /><Relationship Type="http://schemas.openxmlformats.org/officeDocument/2006/relationships/notesMaster" Target="/ppt/notesMasters/notesMaster1.xml" Id="Rbb4c1531b3904299" /></Relationships>
</file>

<file path=ppt/notesSlides/_rels/notesSlide156.xml.rels>&#65279;<?xml version="1.0" encoding="utf-8"?><Relationships xmlns="http://schemas.openxmlformats.org/package/2006/relationships"><Relationship Type="http://schemas.openxmlformats.org/officeDocument/2006/relationships/slide" Target="/ppt/slides/slide156.xml" Id="R61413e9f91ad44b2" /><Relationship Type="http://schemas.openxmlformats.org/officeDocument/2006/relationships/notesMaster" Target="/ppt/notesMasters/notesMaster1.xml" Id="R4f68a3ab62214b2c" /></Relationships>
</file>

<file path=ppt/notesSlides/_rels/notesSlide157.xml.rels>&#65279;<?xml version="1.0" encoding="utf-8"?><Relationships xmlns="http://schemas.openxmlformats.org/package/2006/relationships"><Relationship Type="http://schemas.openxmlformats.org/officeDocument/2006/relationships/slide" Target="/ppt/slides/slide157.xml" Id="Rf77b5eed021b4596" /><Relationship Type="http://schemas.openxmlformats.org/officeDocument/2006/relationships/notesMaster" Target="/ppt/notesMasters/notesMaster1.xml" Id="Rd88c0a177cab4c17" /></Relationships>
</file>

<file path=ppt/notesSlides/_rels/notesSlide158.xml.rels>&#65279;<?xml version="1.0" encoding="utf-8"?><Relationships xmlns="http://schemas.openxmlformats.org/package/2006/relationships"><Relationship Type="http://schemas.openxmlformats.org/officeDocument/2006/relationships/slide" Target="/ppt/slides/slide158.xml" Id="R05bf82091c0a4dd5" /><Relationship Type="http://schemas.openxmlformats.org/officeDocument/2006/relationships/notesMaster" Target="/ppt/notesMasters/notesMaster1.xml" Id="R21f17378135b41d2" /></Relationships>
</file>

<file path=ppt/notesSlides/_rels/notesSlide159.xml.rels>&#65279;<?xml version="1.0" encoding="utf-8"?><Relationships xmlns="http://schemas.openxmlformats.org/package/2006/relationships"><Relationship Type="http://schemas.openxmlformats.org/officeDocument/2006/relationships/slide" Target="/ppt/slides/slide159.xml" Id="R3eb2baaba9314595" /><Relationship Type="http://schemas.openxmlformats.org/officeDocument/2006/relationships/notesMaster" Target="/ppt/notesMasters/notesMaster1.xml" Id="R8f8d3a7e424945d2" /></Relationships>
</file>

<file path=ppt/notesSlides/_rels/notesSlide160.xml.rels>&#65279;<?xml version="1.0" encoding="utf-8"?><Relationships xmlns="http://schemas.openxmlformats.org/package/2006/relationships"><Relationship Type="http://schemas.openxmlformats.org/officeDocument/2006/relationships/slide" Target="/ppt/slides/slide160.xml" Id="R2867a58356954ef2" /><Relationship Type="http://schemas.openxmlformats.org/officeDocument/2006/relationships/notesMaster" Target="/ppt/notesMasters/notesMaster1.xml" Id="Rba80ef93f5d84a1d" /></Relationships>
</file>

<file path=ppt/notesSlides/_rels/notesSlide161.xml.rels>&#65279;<?xml version="1.0" encoding="utf-8"?><Relationships xmlns="http://schemas.openxmlformats.org/package/2006/relationships"><Relationship Type="http://schemas.openxmlformats.org/officeDocument/2006/relationships/slide" Target="/ppt/slides/slide161.xml" Id="Ra7f542ce628a4c4b" /><Relationship Type="http://schemas.openxmlformats.org/officeDocument/2006/relationships/notesMaster" Target="/ppt/notesMasters/notesMaster1.xml" Id="Rd2bbb7ddc05540a8" /></Relationships>
</file>

<file path=ppt/notesSlides/_rels/notesSlide162.xml.rels>&#65279;<?xml version="1.0" encoding="utf-8"?><Relationships xmlns="http://schemas.openxmlformats.org/package/2006/relationships"><Relationship Type="http://schemas.openxmlformats.org/officeDocument/2006/relationships/slide" Target="/ppt/slides/slide162.xml" Id="Ra54e6ff7f8b24f6b" /><Relationship Type="http://schemas.openxmlformats.org/officeDocument/2006/relationships/notesMaster" Target="/ppt/notesMasters/notesMaster1.xml" Id="Rdc53d5494e384623" /></Relationships>
</file>

<file path=ppt/notesSlides/_rels/notesSlide163.xml.rels>&#65279;<?xml version="1.0" encoding="utf-8"?><Relationships xmlns="http://schemas.openxmlformats.org/package/2006/relationships"><Relationship Type="http://schemas.openxmlformats.org/officeDocument/2006/relationships/slide" Target="/ppt/slides/slide163.xml" Id="R0d816c1c052344d9" /><Relationship Type="http://schemas.openxmlformats.org/officeDocument/2006/relationships/notesMaster" Target="/ppt/notesMasters/notesMaster1.xml" Id="Rb19fcf65dba64ce7" /></Relationships>
</file>

<file path=ppt/notesSlides/_rels/notesSlide164.xml.rels>&#65279;<?xml version="1.0" encoding="utf-8"?><Relationships xmlns="http://schemas.openxmlformats.org/package/2006/relationships"><Relationship Type="http://schemas.openxmlformats.org/officeDocument/2006/relationships/slide" Target="/ppt/slides/slide164.xml" Id="Rde4803d9b3c4499b" /><Relationship Type="http://schemas.openxmlformats.org/officeDocument/2006/relationships/notesMaster" Target="/ppt/notesMasters/notesMaster1.xml" Id="R31cb969886c54780" /></Relationships>
</file>

<file path=ppt/notesSlides/_rels/notesSlide165.xml.rels>&#65279;<?xml version="1.0" encoding="utf-8"?><Relationships xmlns="http://schemas.openxmlformats.org/package/2006/relationships"><Relationship Type="http://schemas.openxmlformats.org/officeDocument/2006/relationships/slide" Target="/ppt/slides/slide165.xml" Id="Rd056b9227f834905" /><Relationship Type="http://schemas.openxmlformats.org/officeDocument/2006/relationships/notesMaster" Target="/ppt/notesMasters/notesMaster1.xml" Id="R4b3a7f77ebc14323" /></Relationships>
</file>

<file path=ppt/notesSlides/_rels/notesSlide166.xml.rels>&#65279;<?xml version="1.0" encoding="utf-8"?><Relationships xmlns="http://schemas.openxmlformats.org/package/2006/relationships"><Relationship Type="http://schemas.openxmlformats.org/officeDocument/2006/relationships/slide" Target="/ppt/slides/slide166.xml" Id="Re5ffbb80f0a1445e" /><Relationship Type="http://schemas.openxmlformats.org/officeDocument/2006/relationships/notesMaster" Target="/ppt/notesMasters/notesMaster1.xml" Id="R9e3454d0160e4d07" /></Relationships>
</file>

<file path=ppt/notesSlides/_rels/notesSlide167.xml.rels>&#65279;<?xml version="1.0" encoding="utf-8"?><Relationships xmlns="http://schemas.openxmlformats.org/package/2006/relationships"><Relationship Type="http://schemas.openxmlformats.org/officeDocument/2006/relationships/slide" Target="/ppt/slides/slide167.xml" Id="R8e8be0c115404770" /><Relationship Type="http://schemas.openxmlformats.org/officeDocument/2006/relationships/notesMaster" Target="/ppt/notesMasters/notesMaster1.xml" Id="R4e269684bf56408b" /></Relationships>
</file>

<file path=ppt/notesSlides/_rels/notesSlide168.xml.rels>&#65279;<?xml version="1.0" encoding="utf-8"?><Relationships xmlns="http://schemas.openxmlformats.org/package/2006/relationships"><Relationship Type="http://schemas.openxmlformats.org/officeDocument/2006/relationships/slide" Target="/ppt/slides/slide168.xml" Id="R00bdf578175d48a3" /><Relationship Type="http://schemas.openxmlformats.org/officeDocument/2006/relationships/notesMaster" Target="/ppt/notesMasters/notesMaster1.xml" Id="Rd3d8a87879394844" /></Relationships>
</file>

<file path=ppt/notesSlides/_rels/notesSlide169.xml.rels>&#65279;<?xml version="1.0" encoding="utf-8"?><Relationships xmlns="http://schemas.openxmlformats.org/package/2006/relationships"><Relationship Type="http://schemas.openxmlformats.org/officeDocument/2006/relationships/slide" Target="/ppt/slides/slide169.xml" Id="Rede7c29d5ee14757" /><Relationship Type="http://schemas.openxmlformats.org/officeDocument/2006/relationships/notesMaster" Target="/ppt/notesMasters/notesMaster1.xml" Id="Rf7c5423da3ec47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 · 원본 1쪽 · 자료 안내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이번 수업은 DeepLearning.AI와 Stanford Online의 Machine Learning Specialization 자료를 바탕으로 진행합니다. 원본 슬라이드와 필기는 그대로 두고, 개념을 처음 접하는 분도 따라올 수 있도록 한국어로 풀어서 설명하겠습니다.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처음부터 수식을 외울 필요는 없습니다. 무엇을 예측하려는지, 어떤 예시로 배우는지, 예측이 틀리면 어떻게 고치는지를 차례로 연결해 보겠습니다.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오늘은 Machine Learning이 어떤 방식으로 문제를 푸는지부터 시작하겠습니다</a:t>
            </a:r>
          </a:p>
          <a:p>
            <a:r>
              <a:t>이름은 낯설어도 검색 결과를 보거나 영상을 추천받을 때 이미 사용하고 있는 기술입니다</a:t>
            </a:r>
          </a:p>
          <a:p>
            <a:r>
              <a:t>친구의 말을 글자로 바꾸는 음성 입력이나 스팸 메일을 걸러 주는 기능도 예가 됩니다</a:t>
            </a:r>
          </a:p>
          <a:p>
            <a:r>
              <a:t>이 기능들을 만들려면 모든 상황에 대한 규칙을 사람이 직접 적어야 할까요?</a:t>
            </a:r>
          </a:p>
          <a:p>
            <a:r>
              <a:t>사람의 목소리, 사진, 문장은 경우의 수가 너무 많아서 그런 방식으로 처리하기 어렵습니다</a:t>
            </a:r>
          </a:p>
          <a:p>
            <a:r>
              <a:t>Machine Learning에서는 예시를 제공하고 그 안에서 유용한 관계를 찾게 합니다</a:t>
            </a:r>
          </a:p>
          <a:p>
            <a:r>
              <a:t>이번 수업에서는 집 크기와 가격처럼 눈으로 확인할 수 있는 데이터로 그 과정을 배우겠습니다</a:t>
            </a:r>
          </a:p>
          <a:p>
            <a:r>
              <a:t>어떤 정보를 넣고, 무엇을 예측하며, 예측이 틀리면 무엇을 바꾸는지 차례로 연결해 주세요</a:t>
            </a:r>
          </a:p>
          <a:p>
            <a:r>
              <a:t>마지막에는 이 흐름을 여러분이 코드로 구현할 수 있도록 만드는 것이 목표입니다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 · 원본 3쪽 · 사진 속 사람을 구별하기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사진 옆에 사람의 이름이 붙어 있습니다. 우리가 아는 사람을 사진에서 알아보듯, 컴퓨터에도 사진과 이름의 관계를 학습시키는 문제를 생각할 수 있습니다. 조명이나 표정이 달라도 같은 사람이라는 공통점을 찾아야 하겠죠.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사람이라면 경험을 통해 자연스럽게 하는 일이지만, 눈의 위치부터 표정까지 가능한 규칙을 사람이 일일이 적는 것은 어렵습니다. 그래서 여러 예시를 보고 유용한 패턴을 찾도록 하는 접근이 필요합니다. 여기서는 사진 속 인물의 신원보다, 사진이라는 입력에서 이름이라는 답을 얻는 구조에 주목해 주세요.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큰돈에 당첨됐다는 메일이 도착했다고 생각해 보겠습니다</a:t>
            </a:r>
          </a:p>
          <a:p>
            <a:r>
              <a:t>내용만 보면 반가운 소식이지만, 발신자나 문장을 살펴보면 수상한 점이 있을 수 있습니다</a:t>
            </a:r>
          </a:p>
          <a:p>
            <a:r>
              <a:t>메일 서비스는 이런 메일을 자동으로 스팸함에 넣기도 합니다</a:t>
            </a:r>
          </a:p>
          <a:p>
            <a:r>
              <a:t>여기서 컴퓨터에 주는 입력은 메일이고, 얻고 싶은 답은 스팸인지 아닌지입니다</a:t>
            </a:r>
          </a:p>
          <a:p>
            <a:r>
              <a:t>사람이 특정 단어가 있으면 무조건 스팸이라고 정할 수도 있지만, 정상 메일에도 그 단어가 나올 수 있습니다</a:t>
            </a:r>
          </a:p>
          <a:p>
            <a:r>
              <a:t>표현이 조금만 바뀌어도 놓칠 수 있어서 단순한 규칙만으로는 한계가 있습니다</a:t>
            </a:r>
          </a:p>
          <a:p>
            <a:r>
              <a:t>대신 스팸과 정상 메일의 여러 예시를 이용해 구별에 도움이 되는 패턴을 학습하게 합니다</a:t>
            </a:r>
          </a:p>
          <a:p>
            <a:r>
              <a:t>학습이 끝난 뒤에는 아직 분류되지 않은 새로운 메일에 그 패턴을 적용합니다</a:t>
            </a:r>
          </a:p>
          <a:p>
            <a:r>
              <a:t>예시에서 관계를 배우고 새로운 입력에 활용한다는 흐름을 기억해 주세요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Machine Learning은 메일이나 추천 서비스에만 쓰이는 것은 아닙니다</a:t>
            </a:r>
          </a:p>
          <a:p>
            <a:r>
              <a:t>공장에서는 제품 사진을 보고 흠집을 찾고, 농업에서는 관측 자료로 작물의 상태를 살펴볼 수 있습니다</a:t>
            </a:r>
          </a:p>
          <a:p>
            <a:r>
              <a:t>의료 영상을 분석하거나 에너지 생산을 효율적으로 조절하는 문제에도 활용됩니다</a:t>
            </a:r>
          </a:p>
          <a:p>
            <a:r>
              <a:t>이런 문제들은 사람이 무엇을 원하고 있는지는 설명할 수 있어도, 모든 판단 규칙을 코드로 적기는 어렵다는 공통점이 있습니다</a:t>
            </a:r>
          </a:p>
          <a:p>
            <a:r>
              <a:t>데이터에서 규칙을 배우는 방식이 유용한 이유입니다</a:t>
            </a:r>
          </a:p>
          <a:p>
            <a:r>
              <a:t>다만 알고리즘을 실행할 수 있다는 것만으로 좋은 결과가 보장되지는 않습니다</a:t>
            </a:r>
          </a:p>
          <a:p>
            <a:r>
              <a:t>어떤 데이터를 쓸지, 무엇을 정답으로 삼을지, 성능이 나쁘면 무엇부터 확인할지도 알아야 합니다</a:t>
            </a:r>
          </a:p>
          <a:p>
            <a:r>
              <a:t>그래서 이 수업에서는 알고리즘의 원리와 함께 실제로 잘 작동하게 만드는 방법도 다루겠습니다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여러 활용 사례를 봤으니 이제 Machine Learning이라는 말의 뜻을 조금 더 정확하게 잡아 보겠습니다</a:t>
            </a:r>
          </a:p>
          <a:p>
            <a:r>
              <a:t>핵심은 컴퓨터가 사람처럼 생각하느냐보다 경험을 통해 수행 능력을 개선할 수 있느냐입니다</a:t>
            </a:r>
          </a:p>
          <a:p>
            <a:r>
              <a:t>규칙을 모두 정해 주는 프로그램과 어떤 차이가 있는지 게임 사례로 살펴보겠습니다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Arthur Samuel의 정의에서 중요한 부분은 모든 행동을 일일이 지시하지 않아도 배울 수 있다는 것입니다</a:t>
            </a:r>
          </a:p>
          <a:p>
            <a:r>
              <a:t>그가 연구한 예는 체커 게임을 하는 프로그램이었습니다</a:t>
            </a:r>
          </a:p>
          <a:p>
            <a:r>
              <a:t>가능한 모든 판의 상태를 나열하고 최선의 수를 적어 주려면 엄청난 수의 규칙이 필요합니다</a:t>
            </a:r>
          </a:p>
          <a:p>
            <a:r>
              <a:t>대신 프로그램이 많은 게임을 하면서 어떤 상태가 승리나 패배로 이어지는지 경험하게 했습니다</a:t>
            </a:r>
          </a:p>
          <a:p>
            <a:r>
              <a:t>그 경험을 바탕으로 유리한 상태를 더 잘 선택하도록 판단을 개선한 것입니다</a:t>
            </a:r>
          </a:p>
          <a:p>
            <a:r>
              <a:t>사람이 프로그램을 만들었다고 해서 모든 선택을 사람보다 못해야 하는 것은 아닙니다</a:t>
            </a:r>
          </a:p>
          <a:p>
            <a:r>
              <a:t>사람보다 많은 게임을 경험하면 만든 사람보다 더 잘할 수도 있습니다</a:t>
            </a:r>
          </a:p>
          <a:p>
            <a:r>
              <a:t>여기서 학습은 프로그램이 스스로 마법처럼 규칙을 만들어 낸다는 뜻이 아닙니다</a:t>
            </a:r>
          </a:p>
          <a:p>
            <a:r>
              <a:t>경험을 어떤 형태로 저장하고 성능을 어떻게 개선할지는 여전히 사람이 설계합니다</a:t>
            </a:r>
          </a:p>
          <a:p>
            <a:r>
              <a:t>그 안에서 데이터에 따라 판단 방식이 달라진다는 점이 핵심입니다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 · 원본 8쪽 · 경험의 양과 학습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여기서는 체커를 열 번 해 본 프로그램과 아주 많이 해 본 프로그램을 비교합니다. 다른 조건이 비슷하다면, 다양한 상황을 더 많이 경험한 쪽이 유리하다고 예상할 수 있겠죠. 파란 밑줄도 경험이 적을 때 성능이 더 나쁠 수 있다는 비교를 짚고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문제집을 한두 문제만 풀어 본 경우와 여러 유형을 풀어 본 경우를 떠올려 보세요. 다만 틀린 해설만 반복해서 읽으면 도움이 제한적이듯, 데이터는 양뿐 아니라 내용과 품질도 중요합니다. 경험을 늘리면 무조건 좋아진다는 법칙으로 받아들이지는 마세요.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앞으로 만날 방법들을 큰 지도처럼 먼저 보겠습니다</a:t>
            </a:r>
          </a:p>
          <a:p>
            <a:r>
              <a:t>Supervised Learning은 입력과 정답을 함께 보여 주며 배우는 방식입니다</a:t>
            </a:r>
          </a:p>
          <a:p>
            <a:r>
              <a:t>Unsupervised Learning은 정답표가 없는 데이터에서 구조나 패턴을 찾는 방식입니다</a:t>
            </a:r>
          </a:p>
          <a:p>
            <a:r>
              <a:t>추천 시스템과 Reinforcement Learning도 중요한 주제지만, 지금은 앞의 두 가지부터 구분하겠습니다</a:t>
            </a:r>
          </a:p>
          <a:p>
            <a:r>
              <a:t>여러 알고리즘의 이름을 한꺼번에 외울 필요는 없습니다</a:t>
            </a:r>
          </a:p>
          <a:p>
            <a:r>
              <a:t>문제를 만났을 때 정답이 있는지, 무엇을 예측하려는지부터 판단하면 됩니다</a:t>
            </a:r>
          </a:p>
          <a:p>
            <a:r>
              <a:t>또 알고리즘을 안다는 것과 잘 적용한다는 것은 별개의 능력입니다</a:t>
            </a:r>
          </a:p>
          <a:p>
            <a:r>
              <a:t>망치와 드릴을 갖췄다고 곧바로 집을 지을 수 있는 것은 아닌 것과 비슷합니다</a:t>
            </a:r>
          </a:p>
          <a:p>
            <a:r>
              <a:t>어떤 도구가 필요한지 고르고, 결과를 확인하고, 문제가 있으면 원인을 찾는 과정까지 배워야 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먼저 Supervised Learning을 자세히 보겠습니다</a:t>
            </a:r>
          </a:p>
          <a:p>
            <a:r>
              <a:t>공부할 때 문제와 정답이 함께 있는 예제를 보는 상황을 떠올리면 됩니다</a:t>
            </a:r>
          </a:p>
          <a:p>
            <a:r>
              <a:t>컴퓨터에는 어떤 것이 문제이고 어떤 것이 정답인지부터 구분해 주겠습니다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입력을 x, 그 입력에 해당하는 정답을 y라고 쓰겠습니다</a:t>
            </a:r>
          </a:p>
          <a:p>
            <a:r>
              <a:t>메일 분류에서는 메일이 x이고 스팸 여부가 y입니다</a:t>
            </a:r>
          </a:p>
          <a:p>
            <a:r>
              <a:t>학습할 때는 메일만 주는 것이 아니라, 이 메일은 스팸이고 저 메일은 정상이라는 정보까지 함께 줍니다</a:t>
            </a:r>
          </a:p>
          <a:p>
            <a:r>
              <a:t>알고리즘은 여러 x와 y의 쌍을 보고 둘 사이의 관계를 찾습니다</a:t>
            </a:r>
          </a:p>
          <a:p>
            <a:r>
              <a:t>여기서 정답에 붙이는 이름이 Label입니다</a:t>
            </a:r>
          </a:p>
          <a:p>
            <a:r>
              <a:t>중요한 것은 학습할 때와 사용할 때 주어지는 정보가 다르다는 점입니다</a:t>
            </a:r>
          </a:p>
          <a:p>
            <a:r>
              <a:t>학습 중에는 정답을 보면서 관계를 배우지만, 실제 사용할 때는 새 입력의 정답을 모릅니다</a:t>
            </a:r>
          </a:p>
          <a:p>
            <a:r>
              <a:t>처음 보는 x만 받아도 적절한 y를 예측할 수 있어야 학습한 것이 쓸모가 있습니다</a:t>
            </a:r>
          </a:p>
          <a:p>
            <a:r>
              <a:t>예제의 답을 저장하는 것만으로는 새로운 문제를 풀 수 없다는 뜻입니다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표를 볼 때 각 행에서 입력과 출력을 먼저 짝지어 보세요</a:t>
            </a:r>
          </a:p>
          <a:p>
            <a:r>
              <a:t>음성 인식은 소리를 넣고 그 소리를 표현한 글을 얻는 문제입니다</a:t>
            </a:r>
          </a:p>
          <a:p>
            <a:r>
              <a:t>번역은 한 언어의 문장을 넣고 다른 언어의 문장을 얻는 문제입니다</a:t>
            </a:r>
          </a:p>
          <a:p>
            <a:r>
              <a:t>광고에서는 광고 내용과 사용자 정보를 보고 클릭할 가능성을 예측할 수 있습니다</a:t>
            </a:r>
          </a:p>
          <a:p>
            <a:r>
              <a:t>차량 주변을 인식할 때는 카메라와 센서 정보로 다른 차의 위치를 추정할 수 있습니다</a:t>
            </a:r>
          </a:p>
          <a:p>
            <a:r>
              <a:t>제품 검사에서는 제품 사진이 입력이고 결함 유무가 출력입니다</a:t>
            </a:r>
          </a:p>
          <a:p>
            <a:r>
              <a:t>입력도 출력도 반드시 숫자 하나일 필요는 없습니다</a:t>
            </a:r>
          </a:p>
          <a:p>
            <a:r>
              <a:t>문장, 이미지, 위치처럼 여러 형태가 가능하지만, 결국 모델이 처리할 수 있는 표현으로 바꿔 계산합니다</a:t>
            </a:r>
          </a:p>
          <a:p>
            <a:r>
              <a:t>겉모습이 다른 문제라도 정답이 있는 예시로 입력과 출력의 관계를 배운다는 구조는 같습니다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친구가 집을 팔려고 하는데 얼마를 받을 수 있을지 묻는다고 생각해 보겠습니다</a:t>
            </a:r>
          </a:p>
          <a:p>
            <a:r>
              <a:t>가로축은 집 크기이고 세로축은 실제 거래 가격입니다</a:t>
            </a:r>
          </a:p>
          <a:p>
            <a:r>
              <a:t>가격 단위가 천 달러이므로 세로축의 200은 20만 달러를 뜻합니다</a:t>
            </a:r>
          </a:p>
          <a:p>
            <a:r>
              <a:t>점 하나는 집 한 채의 크기와 거래 가격을 나타냅니다</a:t>
            </a:r>
          </a:p>
          <a:p>
            <a:r>
              <a:t>이 점들에 직선을 맞춘 뒤 친구 집의 크기에서 위로 올라가 선을 만나면 예상 가격을 읽을 수 있습니다</a:t>
            </a:r>
          </a:p>
          <a:p>
            <a:r>
              <a:t>그런데 같은 데이터에 곡선을 맞추면 다른 가격이 나올 수도 있습니다</a:t>
            </a:r>
          </a:p>
          <a:p>
            <a:r>
              <a:t>화면의 750 크기인 집에서는 직선과 곡선이 서로 다른 예측을 합니다</a:t>
            </a:r>
          </a:p>
          <a:p>
            <a:r>
              <a:t>친구에게 유리한 높은 가격을 고르는 것이 아니라, 새로운 집에도 잘 맞을 모델을 골라야 합니다</a:t>
            </a:r>
          </a:p>
          <a:p>
            <a:r>
              <a:t>이처럼 가격이나 온도처럼 수치의 크기를 예측하는 문제를 Regression이라고 합니다</a:t>
            </a:r>
          </a:p>
          <a:p>
            <a:r>
              <a:t>어떤 모델이 더 좋은지 비교하는 기준은 뒤에서 Cost Function으로 만들겠습니다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방금은 가격이라는 숫자를 예측했습니다</a:t>
            </a:r>
          </a:p>
          <a:p>
            <a:r>
              <a:t>이번에는 어느 종류에 속하는지를 맞히는 Classification을 보겠습니다</a:t>
            </a:r>
          </a:p>
          <a:p>
            <a:r>
              <a:t>모델의 입력보다 우리가 원하는 답의 성격이 어떻게 달라지는지 봐 주세요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종양 크기를 보고 양성인지 악성인지 분류하는 예입니다</a:t>
            </a:r>
          </a:p>
          <a:p>
            <a:r>
              <a:t>여기서는 양성에 0, 악성에 1이라는 Label을 붙였습니다</a:t>
            </a:r>
          </a:p>
          <a:p>
            <a:r>
              <a:t>가로축은 종양 크기이고 세로축에는 0과 1 두 값만 있습니다</a:t>
            </a:r>
          </a:p>
          <a:p>
            <a:r>
              <a:t>예측하려는 것은 가격처럼 연속적인 수치가 아니라 두 범주 중 하나입니다</a:t>
            </a:r>
          </a:p>
          <a:p>
            <a:r>
              <a:t>아래 그림은 같은 자료를 한 줄에 놓고 원과 십자로 Label을 구분합니다</a:t>
            </a:r>
          </a:p>
          <a:p>
            <a:r>
              <a:t>세로 위치로 구분하던 정보를 기호의 종류로 바꾼 것이므로 데이터의 의미는 같습니다</a:t>
            </a:r>
          </a:p>
          <a:p>
            <a:r>
              <a:t>새 환자의 크기가 주어지면 학습한 관계를 이용해 어떤 범주에 속할지 예측합니다</a:t>
            </a:r>
          </a:p>
          <a:p>
            <a:r>
              <a:t>이 예에서는 개념을 이해하기 위해 입력을 크기 하나로 단순화했습니다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Classification이라고 해서 반드시 두 종류만 고르는 것은 아닙니다</a:t>
            </a:r>
          </a:p>
          <a:p>
            <a:r>
              <a:t>양성, 악성 유형 1, 악성 유형 2처럼 세 종류를 구분할 수도 있습니다</a:t>
            </a:r>
          </a:p>
          <a:p>
            <a:r>
              <a:t>또는 사진 속 물체를 고양이, 개, 자동차 등으로 나눌 수도 있습니다</a:t>
            </a:r>
          </a:p>
          <a:p>
            <a:r>
              <a:t>범주에 숫자를 붙이는 것은 계산에 편리한 이름표를 주는 것입니다</a:t>
            </a:r>
          </a:p>
          <a:p>
            <a:r>
              <a:t>0, 1, 2로 표시했다고 해서 1.5라는 중간 범주가 생기지는 않습니다</a:t>
            </a:r>
          </a:p>
          <a:p>
            <a:r>
              <a:t>따라서 결과를 숫자로 적었다는 사실만으로 Regression이라고 판단하면 안 됩니다</a:t>
            </a:r>
          </a:p>
          <a:p>
            <a:r>
              <a:t>그 숫자가 양의 크기를 나타내는지, 서로 다른 종류의 이름을 나타내는지 확인해야 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종양 크기 하나만으로 구별하기 어렵다면 다른 정보도 함께 사용할 수 있습니다</a:t>
            </a:r>
          </a:p>
          <a:p>
            <a:r>
              <a:t>여기서는 나이를 두 번째 입력으로 추가했습니다</a:t>
            </a:r>
          </a:p>
          <a:p>
            <a:r>
              <a:t>점 하나가 환자 한 명이며 두 축의 좌표는 그 환자의 크기와 나이를 나타냅니다</a:t>
            </a:r>
          </a:p>
          <a:p>
            <a:r>
              <a:t>같은 크기라도 나이가 다르면 그래프에서 다른 위치에 놓입니다</a:t>
            </a:r>
          </a:p>
          <a:p>
            <a:r>
              <a:t>알고리즘은 원과 십자를 구분하는 경계를 데이터에서 찾습니다</a:t>
            </a:r>
          </a:p>
          <a:p>
            <a:r>
              <a:t>새 환자의 두 값을 좌표에 놓으면 경계의 어느 쪽인지로 분류할 수 있습니다</a:t>
            </a:r>
          </a:p>
          <a:p>
            <a:r>
              <a:t>화면에 축을 두 개 그렸다고 입력을 두 개까지만 쓸 수 있는 것은 아닙니다</a:t>
            </a:r>
          </a:p>
          <a:p>
            <a:r>
              <a:t>입력이 더 많아지면 그림으로 보기 어려워질 뿐, 여러 정보를 함께 계산한다는 원리는 같습니다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지금까지 본 두 문제 모두 학습할 때 입력과 정답이 함께 있었습니다</a:t>
            </a:r>
          </a:p>
          <a:p>
            <a:r>
              <a:t>이 공통점 때문에 둘 다 Supervised Learning입니다</a:t>
            </a:r>
          </a:p>
          <a:p>
            <a:r>
              <a:t>그중 집값처럼 수치를 예측하는 것은 Regression입니다</a:t>
            </a:r>
          </a:p>
          <a:p>
            <a:r>
              <a:t>양성이나 악성처럼 정해진 범주를 선택하는 것은 Classification입니다</a:t>
            </a:r>
          </a:p>
          <a:p>
            <a:r>
              <a:t>예를 들어 사진을 넣더라도 나이를 예측하면 Regression, 사람인지 동물인지 맞히면 Classification입니다</a:t>
            </a:r>
          </a:p>
          <a:p>
            <a:r>
              <a:t>입력의 생김새보다 출력으로 무엇을 요구하는지가 구분 기준입니다</a:t>
            </a:r>
          </a:p>
          <a:p>
            <a:r>
              <a:t>이 기준을 잡아 두면 새로운 문제에서도 어떤 모델이 필요한지 생각하기 쉬워집니다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이번에는 입력은 있지만 정답 Label은 없는 상황으로 넘어가겠습니다</a:t>
            </a:r>
          </a:p>
          <a:p>
            <a:r>
              <a:t>정답이 없으면 아무것도 배울 수 없을까요?</a:t>
            </a:r>
          </a:p>
          <a:p>
            <a:r>
              <a:t>데이터끼리 어떤 공통점과 차이가 있는지 찾는 것은 여전히 가능합니다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앞의 Supervised Learning에서는 각 예시에 맞혀야 할 답이 붙어 있었습니다</a:t>
            </a:r>
          </a:p>
          <a:p>
            <a:r>
              <a:t>그 답을 가리고 입력만 남기면 이번에 다룰 상황이 됩니다</a:t>
            </a:r>
          </a:p>
          <a:p>
            <a:r>
              <a:t>어떤 입력은 서로 비슷하고, 어떤 입력은 다른 것들과 멀리 떨어져 있을 수 있습니다</a:t>
            </a:r>
          </a:p>
          <a:p>
            <a:r>
              <a:t>이런 관계 자체를 분석해 구조를 찾는 것이 Unsupervised Learning입니다</a:t>
            </a:r>
          </a:p>
          <a:p>
            <a:r>
              <a:t>정답표가 없다는 뜻이지, 아무런 기준이나 설계 없이 계산한다는 뜻은 아닙니다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왼쪽은 원과 십자를 통해 어느 범주에 속하는지 알고 있습니다</a:t>
            </a:r>
          </a:p>
          <a:p>
            <a:r>
              <a:t>오른쪽에는 크기와 나이만 있어서 양성인지 악성인지 알 수 없습니다</a:t>
            </a:r>
          </a:p>
          <a:p>
            <a:r>
              <a:t>그래도 점들이 한곳에 고르게 퍼져 있지 않고 몇 무리로 모여 있다는 것은 볼 수 있습니다</a:t>
            </a:r>
          </a:p>
          <a:p>
            <a:r>
              <a:t>서로 비슷한 예시를 묶는 방법을 Clustering이라고 합니다</a:t>
            </a:r>
          </a:p>
          <a:p>
            <a:r>
              <a:t>사람이 이 점은 반드시 첫 번째 그룹이라고 정해 주는 대신, 데이터의 관계를 이용해 묶습니다</a:t>
            </a:r>
          </a:p>
          <a:p>
            <a:r>
              <a:t>찾아낸 그룹이 무엇을 뜻하는지는 별도로 해석해야 합니다</a:t>
            </a:r>
          </a:p>
          <a:p>
            <a:r>
              <a:t>두 무리가 나왔다고 한쪽을 곧바로 양성, 다른 쪽을 악성이라고 부를 수는 없습니다</a:t>
            </a:r>
          </a:p>
          <a:p>
            <a:r>
              <a:t>그룹을 찾는 것과 이미 정해진 질병 Label을 예측하는 것은 다른 작업입니다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같은 사건을 여러 언론사가 서로 다른 제목과 문장으로 보도할 수 있습니다</a:t>
            </a:r>
          </a:p>
          <a:p>
            <a:r>
              <a:t>판다가 쌍둥이를 낳았다는 기사라면 판다, 동물원, 새끼 같은 표현이 함께 등장하겠죠</a:t>
            </a:r>
          </a:p>
          <a:p>
            <a:r>
              <a:t>표현이 비슷한 기사들을 묶으면 사용자가 같은 사건의 여러 보도를 한곳에서 볼 수 있습니다</a:t>
            </a:r>
          </a:p>
          <a:p>
            <a:r>
              <a:t>뉴스 주제는 매일 바뀌므로 사람이 모든 주제를 미리 정해 두기는 어렵습니다</a:t>
            </a:r>
          </a:p>
          <a:p>
            <a:r>
              <a:t>Clustering은 그날 들어온 기사들의 공통점을 이용해 묶음을 찾는 데 쓸 수 있습니다</a:t>
            </a:r>
          </a:p>
          <a:p>
            <a:r>
              <a:t>실제로는 같은 단어가 있다는 이유만으로 무조건 같은 기사라고 판단하지는 않습니다</a:t>
            </a:r>
          </a:p>
          <a:p>
            <a:r>
              <a:t>다른 정보와 전체 표현의 유사성도 함께 고려할 수 있습니다</a:t>
            </a:r>
          </a:p>
          <a:p>
            <a:r>
              <a:t>여기서 핵심은 정답 기사 목록을 먼저 주지 않고 데이터 사이의 관계로 그룹을 만든다는 점입니다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그림에서는 열 하나가 한 사람, 행 하나가 하나의 유전자에 해당합니다</a:t>
            </a:r>
          </a:p>
          <a:p>
            <a:r>
              <a:t>각 칸의 색은 그 유전자가 얼마나 활발하게 발현되는지 나타냅니다</a:t>
            </a:r>
          </a:p>
          <a:p>
            <a:r>
              <a:t>한 사람을 한두 숫자가 아니라 여러 유전자의 활동 패턴으로 표현한 것입니다</a:t>
            </a:r>
          </a:p>
          <a:p>
            <a:r>
              <a:t>색이 바뀌는 양상이 비슷한 열끼리 모으면 비슷한 특징을 가진 사람들의 그룹을 찾을 수 있습니다</a:t>
            </a:r>
          </a:p>
          <a:p>
            <a:r>
              <a:t>미리 유형 이름을 정하고 그 이름을 맞히게 한 것은 아닙니다</a:t>
            </a:r>
          </a:p>
          <a:p>
            <a:r>
              <a:t>여러 측정값 안에 반복되는 구조가 있는지 탐색하는 것입니다</a:t>
            </a:r>
          </a:p>
          <a:p>
            <a:r>
              <a:t>처음에는 의미를 모르는 숫자 묶음이라도 서로 비교하면 유용한 패턴을 발견할 수 있다는 예입니다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같은 AI 강의를 듣더라도 각자의 목적은 다를 수 있습니다</a:t>
            </a:r>
          </a:p>
          <a:p>
            <a:r>
              <a:t>실무 능력을 키우려는 사람도 있고, 이직을 준비하거나 최신 기술을 이해하려는 사람도 있습니다</a:t>
            </a:r>
          </a:p>
          <a:p>
            <a:r>
              <a:t>이용자의 관심사나 행동을 분석해 비슷한 사람들을 묶으면 그룹마다 필요한 자료를 생각할 수 있습니다</a:t>
            </a:r>
          </a:p>
          <a:p>
            <a:r>
              <a:t>예를 들어 구현을 원하는 사람과 전체 흐름을 파악하려는 사람에게 유용한 자료는 다르겠죠</a:t>
            </a:r>
          </a:p>
          <a:p>
            <a:r>
              <a:t>처음부터 모든 사람의 목적을 Label로 붙이지 않고 패턴에서 이런 그룹을 찾아볼 수 있습니다</a:t>
            </a:r>
          </a:p>
          <a:p>
            <a:r>
              <a:t>그렇다고 실제 사람이 몇 가지 유형으로 완벽히 나뉜다는 뜻은 아닙니다</a:t>
            </a:r>
          </a:p>
          <a:p>
            <a:r>
              <a:t>그룹은 목적에 맞게 데이터를 이해하기 위한 하나의 표현입니다</a:t>
            </a:r>
          </a:p>
          <a:p>
            <a:r>
              <a:t>여기서는 정답 없이 공통점을 찾아 묶는다는 흐름만 잡아 주세요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Unsupervised Learning의 예로 Clustering을 자세히 봤습니다</a:t>
            </a:r>
          </a:p>
          <a:p>
            <a:r>
              <a:t>하지만 정답표 없는 데이터로 할 수 있는 일이 묶기뿐인 것은 아닙니다</a:t>
            </a:r>
          </a:p>
          <a:p>
            <a:r>
              <a:t>대표적인 다른 목적 두 가지도 함께 보겠습니다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Clustering은 서로 비슷한 데이터를 모으는 작업입니다</a:t>
            </a:r>
          </a:p>
          <a:p>
            <a:r>
              <a:t>Anomaly Detection은 다른 예시들과 유난히 다른 사례를 찾는 작업입니다</a:t>
            </a:r>
          </a:p>
          <a:p>
            <a:r>
              <a:t>예를 들어 평소와 다른 결제 패턴을 찾아 추가 확인 대상으로 삼을 수 있습니다</a:t>
            </a:r>
          </a:p>
          <a:p>
            <a:r>
              <a:t>드물다는 이유만으로 반드시 잘못된 것은 아니지만, 확인할 지점을 찾는 데 도움이 됩니다</a:t>
            </a:r>
          </a:p>
          <a:p>
            <a:r>
              <a:t>Dimensionality Reduction은 데이터를 나타내는 숫자의 수를 줄이는 작업입니다</a:t>
            </a:r>
          </a:p>
          <a:p>
            <a:r>
              <a:t>많은 측정값을 더 적은 숫자로 표현하되 중요한 구조를 가능한 한 유지하려는 것입니다</a:t>
            </a:r>
          </a:p>
          <a:p>
            <a:r>
              <a:t>사진을 작은 설명으로 압축하듯, 계산이나 시각화에 필요한 정보를 간결하게 담는다고 생각하면 됩니다</a:t>
            </a:r>
          </a:p>
          <a:p>
            <a:r>
              <a:t>세 방법은 이름이 비슷해서 묶인 것이 아니라, 각각 그룹 찾기, 특이점 찾기, 표현 줄이기라는 다른 목적을 가집니다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각 사례에서 입력과 함께 정답이 주어졌는지부터 확인해 보겠습니다</a:t>
            </a:r>
          </a:p>
          <a:p>
            <a:r>
              <a:t>첫 번째는 스팸 여부가 이미 표시된 메일로 배우므로 Supervised Learning입니다</a:t>
            </a:r>
          </a:p>
          <a:p>
            <a:r>
              <a:t>두 번째는 기사를 주고 같은 사건끼리 묶게 하므로 Unsupervised Learning입니다</a:t>
            </a:r>
          </a:p>
          <a:p>
            <a:r>
              <a:t>세 번째도 고객의 그룹을 스스로 발견하게 하므로 Unsupervised Learning입니다</a:t>
            </a:r>
          </a:p>
          <a:p>
            <a:r>
              <a:t>마지막은 당뇨 진단 결과가 정답으로 주어져 있으므로 Supervised Learning입니다</a:t>
            </a:r>
          </a:p>
          <a:p>
            <a:r>
              <a:t>따라서 이 문제의 답은 두 번째와 세 번째입니다</a:t>
            </a:r>
          </a:p>
          <a:p>
            <a:r>
              <a:t>같은 메일이나 환자 데이터라도 무엇을 제공하고 무엇을 하려는지에 따라 접근 방법이 달라질 수 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W1 · 원본 28쪽 · 실습을 위한 노트북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실습에서는 주피터 노트북이라는 도구를 사용합니다. 설명 글과 실행할 코드, 실행 결과를 한 문서에서 함께 볼 수 있는 작업 공간입니다. 수학 공책 옆에 계산기가 붙어 있다고 생각해도 좋습니다.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코드는 셀이라는 작은 칸 단위로 실행합니다. 앞 칸에서 만든 값을 뒤 칸이 사용할 수 있으므로 처음에는 위에서 아래로 차례대로 실행하는 습관을 들이세요. 오늘은 도구 자체보다, 코드가 어떤 입력을 받아 어떤 결과를 계산하는지 연결하는 데 집중하겠습니다.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이제 큰 분류에서 내려와 실제로 계산할 첫 번째 모델을 만들겠습니다</a:t>
            </a:r>
          </a:p>
          <a:p>
            <a:r>
              <a:t>Linear Regression은 입력과 출력의 관계를 직선으로 표현하는 방법입니다</a:t>
            </a:r>
          </a:p>
          <a:p>
            <a:r>
              <a:t>단순한 모델이지만, 예측과 학습을 구분하고 Error를 줄이는 원리를 배우기에 좋습니다</a:t>
            </a:r>
          </a:p>
          <a:p>
            <a:r>
              <a:t>이 원리는 뒤에서 훨씬 복잡한 모델을 만들 때도 계속 사용합니다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여러분이 집을 팔려는 고객을 돕고 있다고 생각해 보겠습니다</a:t>
            </a:r>
          </a:p>
          <a:p>
            <a:r>
              <a:t>과거 거래 사례의 집 크기와 가격을 모으면 화면의 빨간 점들이 됩니다</a:t>
            </a:r>
          </a:p>
          <a:p>
            <a:r>
              <a:t>가로축에서 집 크기를 찾고, 세로축에서 그 집의 거래 가격을 읽습니다</a:t>
            </a:r>
          </a:p>
          <a:p>
            <a:r>
              <a:t>아직 팔리지 않은 집은 가격을 모르므로, 기존 사례의 흐름을 이용해 예상해야 합니다</a:t>
            </a:r>
          </a:p>
          <a:p>
            <a:r>
              <a:t>데이터에 직선을 맞춘 뒤 크기 1,250에서 선을 만나는 높이를 보면 약 22만 달러로 읽힙니다</a:t>
            </a:r>
          </a:p>
          <a:p>
            <a:r>
              <a:t>이것은 실제 거래 가격 자체가 아니라 현재 모델의 예측입니다</a:t>
            </a:r>
          </a:p>
          <a:p>
            <a:r>
              <a:t>다른 자료나 다른 직선을 사용하면 예측값도 달라질 수 있습니다</a:t>
            </a:r>
          </a:p>
          <a:p>
            <a:r>
              <a:t>실제 거래 가격을 정답으로 사용해 배웠으므로 Supervised Learning입니다</a:t>
            </a:r>
          </a:p>
          <a:p>
            <a:r>
              <a:t>출력이 가격이라는 수치이므로 그중에서도 Regression에 해당합니다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같은 데이터를 그래프와 표로 나란히 보겠습니다</a:t>
            </a:r>
          </a:p>
          <a:p>
            <a:r>
              <a:t>오른쪽 첫 번째 행은 크기 2,104, 가격 400인 집입니다</a:t>
            </a:r>
          </a:p>
          <a:p>
            <a:r>
              <a:t>왼쪽에서 가로 2,104, 세로 400인 점을 찾으면 같은 집을 보고 있는 것입니다</a:t>
            </a:r>
          </a:p>
          <a:p>
            <a:r>
              <a:t>가격 단위가 천 달러이므로 400은 40만 달러입니다</a:t>
            </a:r>
          </a:p>
          <a:p>
            <a:r>
              <a:t>표에 행이 47개 있다면 그래프에도 거래 예시가 47개 있습니다</a:t>
            </a:r>
          </a:p>
          <a:p>
            <a:r>
              <a:t>표는 정확한 수치를 확인하기 좋고, 그래프는 전체 경향이나 특이한 점을 보기 좋습니다</a:t>
            </a:r>
          </a:p>
          <a:p>
            <a:r>
              <a:t>컴퓨터가 계산할 때 주로 다루는 것은 이런 표 형태의 값입니다</a:t>
            </a:r>
          </a:p>
          <a:p>
            <a:r>
              <a:t>우리는 그 값을 그림으로도 보면서 계산이 무엇을 뜻하는지 확인하겠습니다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모델이 학습에 사용하는 예시들의 모음을 Training Set이라고 합니다</a:t>
            </a:r>
          </a:p>
          <a:p>
            <a:r>
              <a:t>x는 입력인 Feature이고, y는 맞히려는 값인 Target입니다</a:t>
            </a:r>
          </a:p>
          <a:p>
            <a:r>
              <a:t>이 표에서는 집 크기가 x, 거래 가격이 y입니다</a:t>
            </a:r>
          </a:p>
          <a:p>
            <a:r>
              <a:t>m은 예시가 몇 개 있는지를 나타내므로 여기서는 47입니다</a:t>
            </a:r>
          </a:p>
          <a:p>
            <a:r>
              <a:t>한 예시는 x와 y의 쌍인 (x,y)로 표현합니다</a:t>
            </a:r>
          </a:p>
          <a:p>
            <a:r>
              <a:t>그중 몇 번째 예시인지 구분하려고 괄호가 있는 위첨자 i를 붙입니다</a:t>
            </a:r>
          </a:p>
          <a:p>
            <a:r>
              <a:t>x⁽²⁾는 두 번째 행의 입력값이므로 1,416이고, y⁽²⁾는 같은 행의 가격인 232입니다</a:t>
            </a:r>
          </a:p>
          <a:p>
            <a:r>
              <a:t>여기서 (2)는 제곱이 아니라 행 번호입니다</a:t>
            </a:r>
          </a:p>
          <a:p>
            <a:r>
              <a:t>따라서 x²와 x⁽²⁾를 혼동하지 않도록 괄호를 확인해 주세요</a:t>
            </a:r>
          </a:p>
          <a:p>
            <a:r>
              <a:t>이 기호들은 낯설어 보여도 결국 표의 어느 값을 말하는지 정확하게 가리키기 위한 약속입니다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학습 데이터가 무엇인지 알았으니 이제 학습의 결과물이 무엇인지 보겠습니다</a:t>
            </a:r>
          </a:p>
          <a:p>
            <a:r>
              <a:t>데이터를 넣으면 새 데이터가 나오는 것이 아니라, 새 입력에 답할 수 있는 모델이 만들어집니다</a:t>
            </a:r>
          </a:p>
          <a:p>
            <a:r>
              <a:t>이 모델을 함수 f로 표현하겠습니다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위쪽의 Training Set에는 입력과 정답이 함께 들어 있습니다</a:t>
            </a:r>
          </a:p>
          <a:p>
            <a:r>
              <a:t>학습 알고리즘은 이 자료로 입력과 출력의 관계를 조절하고, 그 결과로 모델 f를 얻습니다</a:t>
            </a:r>
          </a:p>
          <a:p>
            <a:r>
              <a:t>아래쪽에서는 새로운 집의 크기 x만 모델에 넣습니다</a:t>
            </a:r>
          </a:p>
          <a:p>
            <a:r>
              <a:t>그때 나오는 예상 가격을 ŷ라고 쓰고 y hat이라고 읽습니다</a:t>
            </a:r>
          </a:p>
          <a:p>
            <a:r>
              <a:t>y는 실제 정답이고 ŷ는 모델이 추정한 값이므로 둘은 일치할 수도, 다를 수도 있습니다</a:t>
            </a:r>
          </a:p>
          <a:p>
            <a:r>
              <a:t>지금은 모델을 f(x)=wx+b라는 식으로 표현하겠습니다</a:t>
            </a:r>
          </a:p>
          <a:p>
            <a:r>
              <a:t>x를 하나 정하면 이 식에 대입해 예측값 하나를 계산할 수 있습니다</a:t>
            </a:r>
          </a:p>
          <a:p>
            <a:r>
              <a:t>w와 b를 바꾸면 직선이 달라지고, 같은 집에 대한 예측도 달라집니다</a:t>
            </a:r>
          </a:p>
          <a:p>
            <a:r>
              <a:t>학습은 데이터에 잘 맞도록 이 두 값을 찾는 과정입니다</a:t>
            </a:r>
          </a:p>
          <a:p>
            <a:r>
              <a:t>f 아래의 w,b는 어떤 Parameter를 쓰는 함수인지 표시한 것이며, 생략해도 같은 모델을 뜻합니다</a:t>
            </a:r>
          </a:p>
          <a:p>
            <a:r>
              <a:t>집 크기라는 입력 하나를 사용하므로 Univariate Linear Regression이라고도 부릅니다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직선을 만들 수 있게 됐지만, 아직 어떤 직선을 선택해야 할지는 정하지 않았습니다</a:t>
            </a:r>
          </a:p>
          <a:p>
            <a:r>
              <a:t>눈으로 보기에 괜찮다는 판단을 컴퓨터가 사용할 숫자로 바꿀 필요가 있습니다</a:t>
            </a:r>
          </a:p>
          <a:p>
            <a:r>
              <a:t>모델이 데이터에 얼마나 잘 맞는지 평가하는 기준이 Cost Function입니다</a:t>
            </a:r>
          </a:p>
          <a:p>
            <a:r>
              <a:t>앞으로는 이 점수를 낮추는 방향으로 모델을 고치겠습니다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표의 x와 y는 우리가 관찰한 데이터입니다</a:t>
            </a:r>
          </a:p>
          <a:p>
            <a:r>
              <a:t>반면 식의 w와 b는 모델이 학습하면서 조절할 수 있는 값입니다</a:t>
            </a:r>
          </a:p>
          <a:p>
            <a:r>
              <a:t>이런 값을 Parameter라고 부릅니다</a:t>
            </a:r>
          </a:p>
          <a:p>
            <a:r>
              <a:t>같은 집 크기를 넣어도 w와 b가 다르면 예측 가격이 달라집니다</a:t>
            </a:r>
          </a:p>
          <a:p>
            <a:r>
              <a:t>직선을 조절하는 두 손잡이가 있다고 생각하면 됩니다</a:t>
            </a:r>
          </a:p>
          <a:p>
            <a:r>
              <a:t>하나는 선을 기울이고, 다른 하나는 선 전체의 높이를 바꿉니다</a:t>
            </a:r>
          </a:p>
          <a:p>
            <a:r>
              <a:t>학습 과정에서 실제 거래 가격 y를 모델에 맞게 고치는 것은 아닙니다</a:t>
            </a:r>
          </a:p>
          <a:p>
            <a:r>
              <a:t>주어진 데이터에 예측이 가까워지도록 Parameter를 바꿉니다</a:t>
            </a:r>
          </a:p>
          <a:p>
            <a:r>
              <a:t>이 두 값이 정확히 어떤 역할을 하는지 다음 그림에서 확인하겠습니다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왼쪽은 w=0, b=1.5이므로 식이 f(x)=0×x+1.5입니다</a:t>
            </a:r>
          </a:p>
          <a:p>
            <a:r>
              <a:t>x가 0이든 2든 예측은 항상 1.5여서 수평선이 됩니다</a:t>
            </a:r>
          </a:p>
          <a:p>
            <a:r>
              <a:t>가운데는 w=0.5, b=0이므로 f(x)=0.5x입니다</a:t>
            </a:r>
          </a:p>
          <a:p>
            <a:r>
              <a:t>x=0에서는 0, x=2에서는 1을 예측합니다</a:t>
            </a:r>
          </a:p>
          <a:p>
            <a:r>
              <a:t>x가 1 늘어날 때 예측이 0.5 늘어나므로 기울기는 0.5입니다</a:t>
            </a:r>
          </a:p>
          <a:p>
            <a:r>
              <a:t>오른쪽은 가운데와 같은 w에 b=1을 더했습니다</a:t>
            </a:r>
          </a:p>
          <a:p>
            <a:r>
              <a:t>그래서 모든 x에서 예측이 1씩 커지고, 선 전체가 위로 1만큼 올라갑니다</a:t>
            </a:r>
          </a:p>
          <a:p>
            <a:r>
              <a:t>x=0일 때 f(0)=b이므로 b는 세로축과 만나는 위치입니다</a:t>
            </a:r>
          </a:p>
          <a:p>
            <a:r>
              <a:t>기울기 w와 높이 b를 따로 조절하면 여러 직선을 만들 수 있습니다</a:t>
            </a:r>
          </a:p>
          <a:p>
            <a:r>
              <a:t>이제 그중 어떤 직선이 데이터에 더 잘 맞는지 평가하겠습니다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그래프의 빨간 점은 실제 값 y이고, 같은 x에서 파란 선 위의 값이 예측 ŷ입니다</a:t>
            </a:r>
          </a:p>
          <a:p>
            <a:r>
              <a:t>먼저 예측에서 실제 값을 빼서 Error인 ŷ−y를 계산합니다</a:t>
            </a:r>
          </a:p>
          <a:p>
            <a:r>
              <a:t>선이 점보다 위에 있으면 양수, 아래에 있으면 음수가 됩니다</a:t>
            </a:r>
          </a:p>
          <a:p>
            <a:r>
              <a:t>이 차이는 그림의 세로 간격에 해당하며, 점에서 선까지의 가장 짧은 대각선 거리를 뜻하지는 않습니다</a:t>
            </a:r>
          </a:p>
          <a:p>
            <a:r>
              <a:t>그대로 더하면 2만큼 높게 예측한 Error와 2만큼 낮게 예측한 Error가 상쇄될 수 있습니다</a:t>
            </a:r>
          </a:p>
          <a:p>
            <a:r>
              <a:t>그래서 각각을 제곱한 뒤 더합니다</a:t>
            </a:r>
          </a:p>
          <a:p>
            <a:r>
              <a:t>제곱하면 부호가 사라지고, 크게 틀린 예시에 더 큰 벌점이 붙습니다</a:t>
            </a:r>
          </a:p>
          <a:p>
            <a:r>
              <a:t>Σ의 i=1부터 m까지는 모든 예시에 같은 계산을 하고 결과를 모으라는 뜻입니다</a:t>
            </a:r>
          </a:p>
          <a:p>
            <a:r>
              <a:t>m으로 나누면 각 Error를 제곱한 값의 평균인 MSE가 됩니다</a:t>
            </a:r>
          </a:p>
          <a:p>
            <a:r>
              <a:t>이 강의의 Cost J(w,b)는 여기에 1/2를 곱하므로 정확히는 MSE의 절반입니다</a:t>
            </a:r>
          </a:p>
          <a:p>
            <a:r>
              <a:t>예를 들어 Error가 1과 −1인 두 예시라면 MSE는 1이고 J는 0.5입니다</a:t>
            </a:r>
          </a:p>
          <a:p>
            <a:r>
              <a:t>1/2는 나중에 미분식을 간단하게 하며, 가장 좋은 w와 b의 위치를 바꾸지는 않습니다</a:t>
            </a:r>
          </a:p>
          <a:p>
            <a:r>
              <a:t>이제 직선 하나를 고를 때마다 전체 데이터에 대한 점수 하나를 계산할 수 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지금은 Cost의 식을 읽었지만, 그 숫자가 모델의 모양과 어떻게 연결되는지 낯설 수 있습니다</a:t>
            </a:r>
          </a:p>
          <a:p>
            <a:r>
              <a:t>작은 데이터에 직접 값을 대입하면서 연결해 보겠습니다</a:t>
            </a:r>
          </a:p>
          <a:p>
            <a:r>
              <a:t>한쪽에서는 예측 직선을 보고, 다른 쪽에서는 그 직선의 평가 점수를 보겠습니다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왼쪽은 f(x)=wx+b로 w와 b를 모두 조절하는 원래 모델입니다</a:t>
            </a:r>
          </a:p>
          <a:p>
            <a:r>
              <a:t>오른쪽에서는 그림을 단순하게 만들기 위해 b를 0으로 고정했습니다</a:t>
            </a:r>
          </a:p>
          <a:p>
            <a:r>
              <a:t>그러면 f(x)=wx이고 바꿀 수 있는 값은 w 하나뿐입니다</a:t>
            </a:r>
          </a:p>
          <a:p>
            <a:r>
              <a:t>x=0을 넣으면 항상 0이 나오므로 모든 직선이 원점을 지납니다</a:t>
            </a:r>
          </a:p>
          <a:p>
            <a:r>
              <a:t>w를 바꾸면 직선의 기울기만 달라집니다</a:t>
            </a:r>
          </a:p>
          <a:p>
            <a:r>
              <a:t>같은 데이터로 Error를 다시 계산하면 그 w에 해당하는 J(w)를 얻습니다</a:t>
            </a:r>
          </a:p>
          <a:p>
            <a:r>
              <a:t>minimize 아래의 w는 Cost를 줄이기 위해 어떤 값을 바꿀 것인지 표시합니다</a:t>
            </a:r>
          </a:p>
          <a:p>
            <a:r>
              <a:t>x와 y는 평가 기준으로 고정해 두고 w만 바꾸겠다는 뜻입니다</a:t>
            </a:r>
          </a:p>
          <a:p>
            <a:r>
              <a:t>원래 문제로 돌아가면 두 값을 함께 조절하므로 minimize 아래에 w와 b가 모두 들어갑니다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계산을 쉽게 하려고 데이터 세 개를 (1,1), (2,2), (3,3)으로 정했습니다</a:t>
            </a:r>
          </a:p>
          <a:p>
            <a:r>
              <a:t>먼저 w=1을 선택하면 모델은 f(x)=x가 됩니다</a:t>
            </a:r>
          </a:p>
          <a:p>
            <a:r>
              <a:t>첫 예시 x=1에서 예측은 1이고 실제 값도 1이므로 Error는 0입니다</a:t>
            </a:r>
          </a:p>
          <a:p>
            <a:r>
              <a:t>나머지 두 예시도 각각 2와 3을 정확히 예측합니다</a:t>
            </a:r>
          </a:p>
          <a:p>
            <a:r>
              <a:t>따라서 J(1)=(0²+0²+0²)/(2×3)=0입니다</a:t>
            </a:r>
          </a:p>
          <a:p>
            <a:r>
              <a:t>이제 오른쪽 그래프에 결과를 옮기겠습니다</a:t>
            </a:r>
          </a:p>
          <a:p>
            <a:r>
              <a:t>오른쪽의 가로축은 x가 아니라 우리가 선택한 w이고, 세로축은 가격이 아니라 Cost입니다</a:t>
            </a:r>
          </a:p>
          <a:p>
            <a:r>
              <a:t>그러므로 가로 1, 세로 0인 위치에 점 하나를 찍습니다</a:t>
            </a:r>
          </a:p>
          <a:p>
            <a:r>
              <a:t>왼쪽 직선에는 여러 x에 대한 예측이 있지만, 그 직선 전체를 평가한 점수는 하나입니다</a:t>
            </a:r>
          </a:p>
          <a:p>
            <a:r>
              <a:t>직선 하나가 Cost 그래프의 점 하나에 대응한다는 점이 이 장의 핵심입니다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이번에는 w를 0.5로 바꿨습니다</a:t>
            </a:r>
          </a:p>
          <a:p>
            <a:r>
              <a:t>데이터는 그대로 두고 모델만 f(x)=0.5x로 바꾼 것입니다</a:t>
            </a:r>
          </a:p>
          <a:p>
            <a:r>
              <a:t>x=1에서 예측은 0.5이므로 Error는 0.5−1=−0.5입니다</a:t>
            </a:r>
          </a:p>
          <a:p>
            <a:r>
              <a:t>x=2에서는 1−2=−1이고, x=3에서는 1.5−3=−1.5입니다</a:t>
            </a:r>
          </a:p>
          <a:p>
            <a:r>
              <a:t>그림의 세로선은 이 차이들의 크기를 보여 줍니다</a:t>
            </a:r>
          </a:p>
          <a:p>
            <a:r>
              <a:t>각각 제곱하면 0.25, 1, 2.25이고 합은 3.5입니다</a:t>
            </a:r>
          </a:p>
          <a:p>
            <a:r>
              <a:t>예시가 세 개이므로 2m=6으로 나누면 J(0.5)=3.5/6로 약 0.58입니다</a:t>
            </a:r>
          </a:p>
          <a:p>
            <a:r>
              <a:t>오른쪽에는 (0.5,0.58)을 찍습니다</a:t>
            </a:r>
          </a:p>
          <a:p>
            <a:r>
              <a:t>이 점의 가로 0.5는 집의 크기가 아니라 직선의 기울기를 나타냅니다</a:t>
            </a:r>
          </a:p>
          <a:p>
            <a:r>
              <a:t>앞의 w=1보다 전체 예측이 나빠졌기 때문에 점도 더 높은 곳에 놓입니다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w=0이면 모델은 입력에 관계없이 항상 0을 예측합니다</a:t>
            </a:r>
          </a:p>
          <a:p>
            <a:r>
              <a:t>따라서 Error는 −1, −2, −3이고 제곱한 값은 1, 4, 9입니다</a:t>
            </a:r>
          </a:p>
          <a:p>
            <a:r>
              <a:t>J(0)=14/6이므로 약 2.33입니다</a:t>
            </a:r>
          </a:p>
          <a:p>
            <a:r>
              <a:t>오른쪽 그래프에서 가로 0, 세로 2.33인 점을 찾을 수 있습니다</a:t>
            </a:r>
          </a:p>
          <a:p>
            <a:r>
              <a:t>w를 −0.5로 바꾸면 예측은 −0.5, −1, −1.5여서 실제 값과 더 멀어집니다</a:t>
            </a:r>
          </a:p>
          <a:p>
            <a:r>
              <a:t>이 경우 J는 5.25로 커집니다</a:t>
            </a:r>
          </a:p>
          <a:p>
            <a:r>
              <a:t>반대로 w를 1에 가깝게 선택하면 직선이 세 데이터에 가까워져 Cost가 작아집니다</a:t>
            </a:r>
          </a:p>
          <a:p>
            <a:r>
              <a:t>각 w에서 같은 과정을 반복해 점을 모으면 오른쪽의 U자 곡선이 됩니다</a:t>
            </a:r>
          </a:p>
          <a:p>
            <a:r>
              <a:t>원래 예측 모델은 직선이지만, 그 직선을 평가하는 함수는 곡선일 수 있습니다</a:t>
            </a:r>
          </a:p>
          <a:p>
            <a:r>
              <a:t>두 그림이 서로 다른 질문에 답하고 있기 때문입니다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이제 좋은 w를 고르는 문제를 오른쪽 그래프에서 읽을 수 있습니다</a:t>
            </a:r>
          </a:p>
          <a:p>
            <a:r>
              <a:t>가장 낮은 점은 w=1이며 그때 Cost는 0입니다</a:t>
            </a:r>
          </a:p>
          <a:p>
            <a:r>
              <a:t>이 데이터에서는 세 점을 정확히 지나는 직선이 있어서 0까지 내려갈 수 있습니다</a:t>
            </a:r>
          </a:p>
          <a:p>
            <a:r>
              <a:t>실제 자료에서는 모든 점이 한 직선 위에 있지 않을 수 있으므로 최소 Cost가 0이 아닐 수도 있습니다</a:t>
            </a:r>
          </a:p>
          <a:p>
            <a:r>
              <a:t>minimize_w J(w)는 무조건 0을 만들라는 뜻이 아니라, 가능한 값 중 가장 작은 Cost를 찾으라는 뜻입니다</a:t>
            </a:r>
          </a:p>
          <a:p>
            <a:r>
              <a:t>b도 조절할 수 있다면 기울기와 높이의 여러 조합을 비교합니다</a:t>
            </a:r>
          </a:p>
          <a:p>
            <a:r>
              <a:t>그 목표를 minimize_{w,b} J(w,b)라고 씁니다</a:t>
            </a:r>
          </a:p>
          <a:p>
            <a:r>
              <a:t>좋은 Parameter를 찾는 문제가 이제 수치로 정의됐습니다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w만 바꿀 때는 가로축 하나로 모든 후보를 나타낼 수 있었습니다</a:t>
            </a:r>
          </a:p>
          <a:p>
            <a:r>
              <a:t>이제 b를 0으로 고정했던 제한을 풀고 원래 모델로 돌아가겠습니다</a:t>
            </a:r>
          </a:p>
          <a:p>
            <a:r>
              <a:t>선의 기울기와 높이를 함께 바꾸면 Cost를 그리는 데도 축이 더 필요합니다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모델, Parameter, Cost, 목표를 차례로 연결해 보겠습니다</a:t>
            </a:r>
          </a:p>
          <a:p>
            <a:r>
              <a:t>모델 f(x)=wx+b는 입력에서 예측을 계산합니다</a:t>
            </a:r>
          </a:p>
          <a:p>
            <a:r>
              <a:t>w와 b는 우리가 바꿀 수 있는 값입니다</a:t>
            </a:r>
          </a:p>
          <a:p>
            <a:r>
              <a:t>Cost J(w,b)는 그 예측들이 실제 데이터에서 얼마나 벗어나는지 평가합니다</a:t>
            </a:r>
          </a:p>
          <a:p>
            <a:r>
              <a:t>목표는 Cost를 가장 작게 만드는 w와 b의 조합을 찾는 것입니다</a:t>
            </a:r>
          </a:p>
          <a:p>
            <a:r>
              <a:t>예를 들어 기울기를 그대로 두고 b를 올리면 모든 예측이 함께 올라갑니다</a:t>
            </a:r>
          </a:p>
          <a:p>
            <a:r>
              <a:t>그 변화가 좋은지는 실제 값과의 간격이 전체적으로 줄었는지 보고 판단합니다</a:t>
            </a:r>
          </a:p>
          <a:p>
            <a:r>
              <a:t>그래서 Parameter를 바꾸는 것과 Cost가 줄어드는 것은 같은 말이 아닙니다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왼쪽 모델은 w=0.06, b=50인 f(x)=0.06x+50입니다</a:t>
            </a:r>
          </a:p>
          <a:p>
            <a:r>
              <a:t>집 크기 1000을 넣으면 예측은 110, 즉 11만 달러입니다</a:t>
            </a:r>
          </a:p>
          <a:p>
            <a:r>
              <a:t>실제 점들과 비교하면 대부분의 가격을 너무 낮게 예측하고 있습니다</a:t>
            </a:r>
          </a:p>
          <a:p>
            <a:r>
              <a:t>이 직선에 대한 모든 Error를 계산하면 J(0.06,50)이라는 점수 하나를 얻습니다</a:t>
            </a:r>
          </a:p>
          <a:p>
            <a:r>
              <a:t>이전에는 w 하나만 정하면 됐지만, 이제는 w와 b를 모두 지정해야 점수가 정해집니다</a:t>
            </a:r>
          </a:p>
          <a:p>
            <a:r>
              <a:t>왼쪽 f는 집 크기 x를 입력받는 함수이고, 오른쪽 J는 모델의 Parameter를 입력받는 함수입니다</a:t>
            </a:r>
          </a:p>
          <a:p>
            <a:r>
              <a:t>같은 함수라는 기호를 쓰더라도 무엇을 넣고 무엇을 얻는지가 다릅니다</a:t>
            </a:r>
          </a:p>
          <a:p>
            <a:r>
              <a:t>두 Parameter의 모든 조합을 표현하려면 평면의 위치가 필요하고, Cost는 그 위의 높이로 나타낼 수 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바닥의 한 축은 w, 다른 축은 b입니다</a:t>
            </a:r>
          </a:p>
          <a:p>
            <a:r>
              <a:t>바닥에서 위치 하나를 고르는 것이 Parameter 한 쌍을 고르는 것과 같습니다</a:t>
            </a:r>
          </a:p>
          <a:p>
            <a:r>
              <a:t>그 위치에서 위로 올라가 표면을 만나는 높이가 J(w,b)입니다</a:t>
            </a:r>
          </a:p>
          <a:p>
            <a:r>
              <a:t>화면에 표시한 w=−10, b=−15도 그런 조합 하나를 예로 든 것입니다</a:t>
            </a:r>
          </a:p>
          <a:p>
            <a:r>
              <a:t>표면이 국그릇이나 해먹처럼 가운데로 들어가 있죠</a:t>
            </a:r>
          </a:p>
          <a:p>
            <a:r>
              <a:t>높은 곳은 데이터에 잘 맞지 않는 모델이고, 낮은 곳은 더 잘 맞는 모델입니다</a:t>
            </a:r>
          </a:p>
          <a:p>
            <a:r>
              <a:t>학습의 목표는 바닥의 좌표를 움직여 이 표면의 낮은 곳을 찾는 것입니다</a:t>
            </a:r>
          </a:p>
          <a:p>
            <a:r>
              <a:t>여기서 아래로 내려간다는 것은 가격 예측을 무조건 낮춘다는 뜻이 아니라 Cost를 낮춘다는 뜻입니다</a:t>
            </a:r>
          </a:p>
          <a:p>
            <a:r>
              <a:t>모델의 기울기와 Cost 표면의 기울기도 서로 구분해 주세요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3D 표면은 전체 지형을 이해하기 좋습니다</a:t>
            </a:r>
          </a:p>
          <a:p>
            <a:r>
              <a:t>다만 앞뒤로 가려진 부분이 있고, 여러 위치를 정확하게 비교하기에는 불편할 수 있습니다</a:t>
            </a:r>
          </a:p>
          <a:p>
            <a:r>
              <a:t>높이를 선으로 표시하면 같은 정보를 평면에서도 볼 수 있습니다</a:t>
            </a:r>
          </a:p>
          <a:p>
            <a:r>
              <a:t>그 방법이 Contour Plot이며, 익숙한 지도의 등고선과 같은 원리입니다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산을 같은 높이에서 수평으로 잘랐다고 상상해 보겠습니다</a:t>
            </a:r>
          </a:p>
          <a:p>
            <a:r>
              <a:t>각 단면이 산의 표면과 만나는 테두리를 연결하면 빨간 선이 됩니다</a:t>
            </a:r>
          </a:p>
          <a:p>
            <a:r>
              <a:t>한 선 위에서는 동쪽에 있든 서쪽에 있든 높이가 같습니다</a:t>
            </a:r>
          </a:p>
          <a:p>
            <a:r>
              <a:t>높이를 바꾸어 다시 자르면 또 다른 선이 생깁니다</a:t>
            </a:r>
          </a:p>
          <a:p>
            <a:r>
              <a:t>이 선들을 함께 그리면 산의 높이 변화를 나타낼 수 있습니다</a:t>
            </a:r>
          </a:p>
          <a:p>
            <a:r>
              <a:t>원 모양이 핵심은 아니며, 같은 높이인 점들을 연결했다는 정의가 중요합니다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이번에는 같은 산을 위에서 내려다보고 있습니다</a:t>
            </a:r>
          </a:p>
          <a:p>
            <a:r>
              <a:t>높이를 직접 세로축으로 그리지 않아도 여러 등고선으로 지형을 읽을 수 있습니다</a:t>
            </a:r>
          </a:p>
          <a:p>
            <a:r>
              <a:t>등고선 간의 높이 차이가 같다면, 선이 촘촘한 곳은 짧은 거리에서 높이가 빨리 바뀌는 곳입니다</a:t>
            </a:r>
          </a:p>
          <a:p>
            <a:r>
              <a:t>넓게 떨어진 곳은 상대적으로 완만합니다</a:t>
            </a:r>
          </a:p>
          <a:p>
            <a:r>
              <a:t>산에서는 가운데가 높을 수 있지만, 다음 Cost 그림에서는 가운데가 낮습니다</a:t>
            </a:r>
          </a:p>
          <a:p>
            <a:r>
              <a:t>중심이라는 위치만으로 높고 낮음을 판단하지 말고 어떤 함수의 등고선인지 확인해야 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왼쪽은 입력 x에 대한 예측 직선이고, 오른쪽 위는 w와 b에 대한 Cost의 Contour Plot입니다</a:t>
            </a:r>
          </a:p>
          <a:p>
            <a:r>
              <a:t>아래의 3D 그림은 오른쪽 위와 같은 Cost를 다른 방향에서 보여 줍니다</a:t>
            </a:r>
          </a:p>
          <a:p>
            <a:r>
              <a:t>같은 Contour 위의 점들은 w와 b가 달라도 J 값은 같습니다</a:t>
            </a:r>
          </a:p>
          <a:p>
            <a:r>
              <a:t>따라서 왼쪽에 서로 다른 직선을 그려도 전체 평가 점수가 같을 수 있습니다</a:t>
            </a:r>
          </a:p>
          <a:p>
            <a:r>
              <a:t>어떤 직선은 작은 집에서 더 틀리고, 다른 직선은 큰 집에서 더 틀리면서 평균 점수는 같을 수 있는 것입니다</a:t>
            </a:r>
          </a:p>
          <a:p>
            <a:r>
              <a:t>같은 Cost라고 같은 예측을 한다는 뜻은 아닙니다</a:t>
            </a:r>
          </a:p>
          <a:p>
            <a:r>
              <a:t>이 그림에서는 안쪽의 Contour로 갈수록 더 낮은 Cost를 나타냅니다</a:t>
            </a:r>
          </a:p>
          <a:p>
            <a:r>
              <a:t>중심에 가까운 Parameter는 데이터에 더 잘 맞는 직선을 만듭니다</a:t>
            </a:r>
          </a:p>
          <a:p>
            <a:r>
              <a:t>아래 그림이 옆으로 길어 보이는 것은 축의 범위와 보는 각도 때문이며, 같은 그릇 형태의 지형을 표현한 것입니다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이제 구체적인 Parameter를 골라 예측선과 Cost의 관계를 확인하겠습니다</a:t>
            </a:r>
          </a:p>
          <a:p>
            <a:r>
              <a:t>먼저 왼쪽에서 직선과 점의 간격을 보고, 오른쪽에서 그 Parameter의 위치를 찾아보세요</a:t>
            </a:r>
          </a:p>
          <a:p>
            <a:r>
              <a:t>세 그림이 각각 별도의 실험이 아니라 같은 모델을 서로 다르게 보여 준다는 점을 연결하겠습니다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w=−0.15, b=800이므로 x가 커질수록 예측 가격이 내려갑니다</a:t>
            </a:r>
          </a:p>
          <a:p>
            <a:r>
              <a:t>하지만 실제 자료는 대체로 큰 집일수록 가격이 높은 방향입니다</a:t>
            </a:r>
          </a:p>
          <a:p>
            <a:r>
              <a:t>작은 집에서는 지나치게 높게, 큰 집에서는 낮게 예측하는 문제가 생깁니다</a:t>
            </a:r>
          </a:p>
          <a:p>
            <a:r>
              <a:t>예를 들어 x=1000이면 예측은 650이고, x=3000이면 350입니다</a:t>
            </a:r>
          </a:p>
          <a:p>
            <a:r>
              <a:t>파란 세로선으로 표시한 간격이 여러 점에서 크게 나타납니다</a:t>
            </a:r>
          </a:p>
          <a:p>
            <a:r>
              <a:t>이 Error들을 제곱해 평균낸 값의 절반이 Cost이며, 여기서는 큰 값이 나옵니다</a:t>
            </a:r>
          </a:p>
          <a:p>
            <a:r>
              <a:t>오른쪽 위에서는 가로 −0.15, 세로 800인 위치가 이 모델을 가리킵니다</a:t>
            </a:r>
          </a:p>
          <a:p>
            <a:r>
              <a:t>여기서 세로 800은 Cost가 아니라 b이며, Cost는 해당 Contour의 값으로 읽어야 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이번에는 w=0, b=360으로 바꿨습니다</a:t>
            </a:r>
          </a:p>
          <a:p>
            <a:r>
              <a:t>모델은 f(x)=360이므로 모든 집을 36만 달러로 예측합니다</a:t>
            </a:r>
          </a:p>
          <a:p>
            <a:r>
              <a:t>작은 집과 큰 집의 차이를 전혀 반영하지 않지만, 앞의 잘못 기울어진 선보다는 전체 Cost가 낮습니다</a:t>
            </a:r>
          </a:p>
          <a:p>
            <a:r>
              <a:t>이것은 모든 예시의 예측이 하나하나 좋아졌다는 뜻은 아닙니다</a:t>
            </a:r>
          </a:p>
          <a:p>
            <a:r>
              <a:t>전체 Error를 모아 평가했을 때 더 나은 점수를 받았다는 뜻입니다</a:t>
            </a:r>
          </a:p>
          <a:p>
            <a:r>
              <a:t>오른쪽에서 선택된 점은 (w,b)=(0,360)입니다</a:t>
            </a:r>
          </a:p>
          <a:p>
            <a:r>
              <a:t>아직 Contour 중심에는 도달하지 않았으므로 더 좋은 조합이 남아 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이번 식은 f(x)=−0.15x+500입니다</a:t>
            </a:r>
          </a:p>
          <a:p>
            <a:r>
              <a:t>앞서 w가 −0.15였던 예와 비교하면 기울기는 같고 선 전체가 아래로 내려갔습니다</a:t>
            </a:r>
          </a:p>
          <a:p>
            <a:r>
              <a:t>그러나 데이터가 증가하는 방향이라는 문제는 해결하지 못했습니다</a:t>
            </a:r>
          </a:p>
          <a:p>
            <a:r>
              <a:t>선의 높이를 낮추는 것과 Cost를 낮추는 것은 서로 다른 일입니다</a:t>
            </a:r>
          </a:p>
          <a:p>
            <a:r>
              <a:t>정답보다 이미 낮은 예측을 더 낮추면 Error는 오히려 커집니다</a:t>
            </a:r>
          </a:p>
          <a:p>
            <a:r>
              <a:t>어떤 값을 움직였다는 사실만 보지 말고, 실제 값과의 간격을 다시 계산해야 합니다</a:t>
            </a:r>
          </a:p>
          <a:p>
            <a:r>
              <a:t>Cost 그래프는 그 전체 결과를 점수 하나로 보여 줍니다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이번에는 w=0.13, b=71이어서 직선이 데이터의 증가 흐름을 따라갑니다</a:t>
            </a:r>
          </a:p>
          <a:p>
            <a:r>
              <a:t>예를 들어 크기 1000에서는 201, 크기 2000에서는 331을 예측합니다</a:t>
            </a:r>
          </a:p>
          <a:p>
            <a:r>
              <a:t>여러 데이터 점이 선의 위아래에 비교적 가깝게 놓여 있습니다</a:t>
            </a:r>
          </a:p>
          <a:p>
            <a:r>
              <a:t>Error가 전부 0인 것은 아니지만, 앞의 후보들보다 전체 Cost가 작습니다</a:t>
            </a:r>
          </a:p>
          <a:p>
            <a:r>
              <a:t>그래서 오른쪽의 점도 Contour 중심 근처에 놓입니다</a:t>
            </a:r>
          </a:p>
          <a:p>
            <a:r>
              <a:t>실제 자료에 흩어짐이 있으면 모든 점을 지나는 직선을 찾을 수는 없습니다</a:t>
            </a:r>
          </a:p>
          <a:p>
            <a:r>
              <a:t>우리가 고르는 것은 가능한 직선 중 주어진 평가 기준에 가장 잘 맞는 것입니다</a:t>
            </a:r>
          </a:p>
          <a:p>
            <a:r>
              <a:t>지금까지는 사람이 w와 b를 골랐지만, 후보가 많아지면 이 방식은 비효율적입니다</a:t>
            </a:r>
          </a:p>
          <a:p>
            <a:r>
              <a:t>다음에는 계산을 통해 더 좋은 방향으로 자동 이동하는 방법을 배우겠습니다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지금까지는 여러 w와 b를 직접 골라 Cost를 비교했습니다</a:t>
            </a:r>
          </a:p>
          <a:p>
            <a:r>
              <a:t>이제 현재 값에서 어느 방향으로 바꾸면 더 좋아지는지 계산하겠습니다</a:t>
            </a:r>
          </a:p>
          <a:p>
            <a:r>
              <a:t>그 계산을 반복하는 방법이 Gradient Descent입니다</a:t>
            </a:r>
          </a:p>
          <a:p>
            <a:r>
              <a:t>Linear Regression에서 배우지만, 뒤에서 Neural Network를 학습할 때도 같은 기본 원리를 사용합니다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먼저 출발점이 될 w와 b를 정합니다</a:t>
            </a:r>
          </a:p>
          <a:p>
            <a:r>
              <a:t>지금의 Linear Regression에서는 둘 다 0으로 시작할 수 있습니다</a:t>
            </a:r>
          </a:p>
          <a:p>
            <a:r>
              <a:t>그러면 처음 모델은 모든 입력에서 0을 예측하는 수평선입니다</a:t>
            </a:r>
          </a:p>
          <a:p>
            <a:r>
              <a:t>그 모델의 Cost가 어느 방향으로 줄어드는지 계산하고 Parameter를 조금 이동합니다</a:t>
            </a:r>
          </a:p>
          <a:p>
            <a:r>
              <a:t>이동한 위치에서는 상황이 달라졌으므로 방향도 다시 계산합니다</a:t>
            </a:r>
          </a:p>
          <a:p>
            <a:r>
              <a:t>이 과정을 반복해 더 움직여도 Cost가 거의 줄지 않는 곳에 접근합니다</a:t>
            </a:r>
          </a:p>
          <a:p>
            <a:r>
              <a:t>여러 Feature를 쓰면 w₁, w₂처럼 조절할 값이 많아지지만 원리는 같습니다</a:t>
            </a:r>
          </a:p>
          <a:p>
            <a:r>
              <a:t>목표는 Parameter 자체를 작게 만드는 것이 아니라 그 Parameter로 계산한 Cost를 작게 만드는 것입니다</a:t>
            </a:r>
          </a:p>
          <a:p>
            <a:r>
              <a:t>Cost의 형태에 따라 도달할 수 있는 곳과 학습의 성질이 달라질 수 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그림의 언덕 위에 여러분이 서 있다고 상상해 보세요</a:t>
            </a:r>
          </a:p>
          <a:p>
            <a:r>
              <a:t>바닥의 위치는 w와 b이고, 서 있는 높이는 Cost입니다</a:t>
            </a:r>
          </a:p>
          <a:p>
            <a:r>
              <a:t>현재 위치에서 조금 이동할 때 어느 방향이 가장 가파르게 내려가는지 살펴봅니다</a:t>
            </a:r>
          </a:p>
          <a:p>
            <a:r>
              <a:t>그 방향으로 작은 걸음을 옮긴 뒤 새 위치에서 같은 질문을 다시 합니다</a:t>
            </a:r>
          </a:p>
          <a:p>
            <a:r>
              <a:t>처음에 정한 방향으로 끝까지 직진하는 것이 아니라 매번 방향을 새로 정하는 것입니다</a:t>
            </a:r>
          </a:p>
          <a:p>
            <a:r>
              <a:t>그림에는 골짜기가 여러 개 있어서 출발점이 조금만 달라도 다른 골짜기로 들어갈 수 있습니다</a:t>
            </a:r>
          </a:p>
          <a:p>
            <a:r>
              <a:t>골짜기의 바닥은 주변보다 낮은 Local Minimum입니다</a:t>
            </a:r>
          </a:p>
          <a:p>
            <a:r>
              <a:t>그중 전체에서 가장 낮은 값은 Global Minimum이라고 합니다</a:t>
            </a:r>
          </a:p>
          <a:p>
            <a:r>
              <a:t>현재 위치 주변의 정보만으로 움직이면 다른 골짜기의 더 낮은 바닥까지 찾아간다는 보장은 없습니다</a:t>
            </a:r>
          </a:p>
          <a:p>
            <a:r>
              <a:t>이 그림은 일반적인 Cost의 가능성을 설명하며, 지금의 Linear Regression의 Cost와는 모양이 다릅니다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언덕을 내려가는 방향과 걸음의 크기를 수식으로 표현해 보겠습니다</a:t>
            </a:r>
          </a:p>
          <a:p>
            <a:r>
              <a:t>처음 보는 미분 기호가 나오지만, 먼저 현재 값에서 수정량을 뺀다는 구조를 보세요</a:t>
            </a:r>
          </a:p>
          <a:p>
            <a:r>
              <a:t>기호를 외우기 전에 각 부분이 어떤 역할을 하는지 나누어 읽겠습니다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w←w−α·∂J/∂w는 이전 w에서 수정량을 빼서 새 w에 저장하라는 뜻입니다</a:t>
            </a:r>
          </a:p>
          <a:p>
            <a:r>
              <a:t>화면의 등호는 코드의 대입으로 읽어야 하며, 이전 값과 새 값이 같다는 주장이 아닙니다</a:t>
            </a:r>
          </a:p>
          <a:p>
            <a:r>
              <a:t>예를 들어 코드의 a=a+1은 a를 1 증가시키는 명령입니다</a:t>
            </a:r>
          </a:p>
          <a:p>
            <a:r>
              <a:t>α는 양수인 Learning Rate로, 계산한 방향으로 얼마나 크게 움직일지 조절합니다</a:t>
            </a:r>
          </a:p>
          <a:p>
            <a:r>
              <a:t>∂J/∂w는 b를 현재 값에 둔 채 w를 조금 바꾸면 Cost가 어떻게 변하는지 나타냅니다</a:t>
            </a:r>
          </a:p>
          <a:p>
            <a:r>
              <a:t>b도 ∂J/∂b를 사용해 같은 방식으로 갱신합니다</a:t>
            </a:r>
          </a:p>
          <a:p>
            <a:r>
              <a:t>두 수정량은 반드시 같은 출발점의 w와 b를 기준으로 계산해야 합니다</a:t>
            </a:r>
          </a:p>
          <a:p>
            <a:r>
              <a:t>지도에서 현재 위치 하나를 기준으로 동쪽과 북쪽 이동량을 정하는 것과 비슷합니다</a:t>
            </a:r>
          </a:p>
          <a:p>
            <a:r>
              <a:t>먼저 w를 바꾼 뒤 그 새 값으로 b의 수정량을 구하면 계산 기준점이 섞입니다</a:t>
            </a:r>
          </a:p>
          <a:p>
            <a:r>
              <a:t>왼쪽처럼 tmp_w와 tmp_b에 결과를 구해 둔 다음 실제 값을 바꾸면 이를 피할 수 있습니다</a:t>
            </a:r>
          </a:p>
          <a:p>
            <a:r>
              <a:t>동시 갱신은 컴퓨터가 문자 그대로 같은 순간에 두 줄을 실행해야 한다는 뜻이 아닙니다</a:t>
            </a:r>
          </a:p>
          <a:p>
            <a:r>
              <a:t>모든 수정량이 갱신 전의 같은 Parameter에서 계산돼야 한다는 뜻입니다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갱신식에 왜 빼기 부호가 들어가는지 확인하겠습니다</a:t>
            </a:r>
          </a:p>
          <a:p>
            <a:r>
              <a:t>잠시 b를 고정하면 w와 J(w)를 평면에 그릴 수 있습니다</a:t>
            </a:r>
          </a:p>
          <a:p>
            <a:r>
              <a:t>접선의 기울기를 보고 식이 실제로 어느 쪽으로 움직이는지 따라가 보겠습니다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현재 위치에서 Cost 곡선에 접하는 직선을 생각해 보세요</a:t>
            </a:r>
          </a:p>
          <a:p>
            <a:r>
              <a:t>그 접선의 기울기가 미분값입니다</a:t>
            </a:r>
          </a:p>
          <a:p>
            <a:r>
              <a:t>기울기의 부호는 w를 조금 증가시킬 때 Cost가 증가하는지 감소하는지 알려 줍니다</a:t>
            </a:r>
          </a:p>
          <a:p>
            <a:r>
              <a:t>기울기의 크기는 같은 작은 변화에 Cost가 얼마나 민감하게 반응하는지 보여 줍니다</a:t>
            </a:r>
          </a:p>
          <a:p>
            <a:r>
              <a:t>α는 이 정보에 곱해지는 이동 크기의 조절값입니다</a:t>
            </a:r>
          </a:p>
          <a:p>
            <a:r>
              <a:t>실제 이동량은 α 하나가 아니라 α와 미분값의 곱으로 정해집니다</a:t>
            </a:r>
          </a:p>
          <a:p>
            <a:r>
              <a:t>여기서 보는 것은 Cost 곡선의 기울기이며, 앞에서 예측 직선의 기울기라고 부른 w와는 역할이 다릅니다</a:t>
            </a:r>
          </a:p>
          <a:p>
            <a:r>
              <a:t>모델의 기울기 w를 고치기 위해 Cost의 기울기를 계산하는 것입니다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위 그림에서는 접선이 오른쪽 위로 올라가므로 미분값이 양수입니다</a:t>
            </a:r>
          </a:p>
          <a:p>
            <a:r>
              <a:t>오른쪽으로 움직이면 Cost가 커지니 반대인 왼쪽으로 가는 것이 좋습니다</a:t>
            </a:r>
          </a:p>
          <a:p>
            <a:r>
              <a:t>현재 w에서 양수인 α×미분값을 빼면 실제로 w가 작아집니다</a:t>
            </a:r>
          </a:p>
          <a:p>
            <a:r>
              <a:t>예를 들어 w=2, α=0.1, 미분값이 3이면 새 w는 1.7입니다</a:t>
            </a:r>
          </a:p>
          <a:p>
            <a:r>
              <a:t>아래 그림에서는 접선이 오른쪽으로 갈수록 내려가므로 미분값이 음수입니다</a:t>
            </a:r>
          </a:p>
          <a:p>
            <a:r>
              <a:t>이 경우 Cost를 줄이려면 w를 키워 오른쪽으로 가야 합니다</a:t>
            </a:r>
          </a:p>
          <a:p>
            <a:r>
              <a:t>음수를 빼면 양수를 더하는 것과 같아 갱신식이 그 방향으로 움직입니다</a:t>
            </a:r>
          </a:p>
          <a:p>
            <a:r>
              <a:t>예를 들어 w=−1에서 미분값이 −2이고 α=0.1이면 새 값은 −0.8입니다</a:t>
            </a:r>
          </a:p>
          <a:p>
            <a:r>
              <a:t>따라서 무조건 w를 줄이는 알고리즘이 아니라, Cost가 줄어드는 쪽으로 w를 조절하는 알고리즘입니다</a:t>
            </a:r>
          </a:p>
          <a:p>
            <a:r>
              <a:t>이 설명은 현재 위치에서 작은 걸음을 옮길 때의 방향에 관한 것이므로 걸음을 너무 크게 잡으면 문제가 생길 수 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방향이 맞아도 한 번에 너무 멀리 움직이면 목적지를 지나칠 수 있습니다</a:t>
            </a:r>
          </a:p>
          <a:p>
            <a:r>
              <a:t>Learning Rate가 학습에 어떤 영향을 주는지 살펴보겠습니다</a:t>
            </a:r>
          </a:p>
          <a:p>
            <a:r>
              <a:t>작은 값이 항상 좋거나 큰 값이 항상 빠른 것은 아닙니다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위 그림처럼 α가 너무 작으면 미분값에 곱해지는 수정량도 아주 작습니다</a:t>
            </a:r>
          </a:p>
          <a:p>
            <a:r>
              <a:t>Cost는 줄어들지만 최소점까지 가는 데 많은 반복이 필요합니다</a:t>
            </a:r>
          </a:p>
          <a:p>
            <a:r>
              <a:t>반대로 α가 너무 크면 한 번의 갱신으로 골짜기를 건너뛸 수 있습니다</a:t>
            </a:r>
          </a:p>
          <a:p>
            <a:r>
              <a:t>새 위치에서 방향을 바꾸더라도 다시 크게 뛰면 반대편 더 높은 곳으로 갈 수 있습니다</a:t>
            </a:r>
          </a:p>
          <a:p>
            <a:r>
              <a:t>그러면 Cost가 줄기는커녕 커지거나 계속 흔들립니다</a:t>
            </a:r>
          </a:p>
          <a:p>
            <a:r>
              <a:t>최소점 부근으로 안정적으로 접근하는 것을 수렴한다고 합니다</a:t>
            </a:r>
          </a:p>
          <a:p>
            <a:r>
              <a:t>멀어지는 현상은 발산이라고 부릅니다</a:t>
            </a:r>
          </a:p>
          <a:p>
            <a:r>
              <a:t>한 번 최소점을 넘어갔다는 이유만으로 반드시 실패는 아니지만, Cost가 계속 커진다면 α를 확인해야 합니다</a:t>
            </a:r>
          </a:p>
          <a:p>
            <a:r>
              <a:t>중요한 것은 큰 보폭 자체가 아니라 실제 Cost의 변화입니다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이미 그림의 Local Minimum에 도착했다면 다음 갱신은 어떻게 될까요?</a:t>
            </a:r>
          </a:p>
          <a:p>
            <a:r>
              <a:t>이처럼 매끄러운 바닥에서는 접선이 수평이므로 미분값이 0입니다</a:t>
            </a:r>
          </a:p>
          <a:p>
            <a:r>
              <a:t>갱신식에서 α에 무엇을 곱하든 0이므로 수정량도 0이 됩니다</a:t>
            </a:r>
          </a:p>
          <a:p>
            <a:r>
              <a:t>화면의 예처럼 w=5, α=0.1이면 5−0.1×0=5입니다</a:t>
            </a:r>
          </a:p>
          <a:p>
            <a:r>
              <a:t>같은 위치에 남는 것이 이 상황에서는 원하는 동작입니다</a:t>
            </a:r>
          </a:p>
          <a:p>
            <a:r>
              <a:t>다만 미분값이 0이라는 사실 하나만으로 모든 함수에서 최소점이라고 결론 내릴 수는 없습니다</a:t>
            </a:r>
          </a:p>
          <a:p>
            <a:r>
              <a:t>이 장에서는 골짜기 바닥에 있을 때 왜 멈추는지를 설명하고 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최소점에 가까워지면 α도 매번 줄여야 한다고 생각할 수 있습니다</a:t>
            </a:r>
          </a:p>
          <a:p>
            <a:r>
              <a:t>하지만 이 그림에서는 α를 고정해도 이동이 자연스럽게 작아집니다</a:t>
            </a:r>
          </a:p>
          <a:p>
            <a:r>
              <a:t>처음의 가파른 곳에서는 미분값이 커서 큰 수정량이 나옵니다</a:t>
            </a:r>
          </a:p>
          <a:p>
            <a:r>
              <a:t>바닥 쪽으로 내려오면 접선이 완만해져 미분값의 크기가 줄어듭니다</a:t>
            </a:r>
          </a:p>
          <a:p>
            <a:r>
              <a:t>같은 α를 곱해도 결과가 작아지는 것입니다</a:t>
            </a:r>
          </a:p>
          <a:p>
            <a:r>
              <a:t>따라서 Learning Rate와 실제 걸음의 크기는 같은 것이 아닙니다</a:t>
            </a:r>
          </a:p>
          <a:p>
            <a:r>
              <a:t>적절한 고정 α를 사용하면 점점 작은 이동으로 최소점에 접근할 수 있습니다</a:t>
            </a:r>
          </a:p>
          <a:p>
            <a:r>
              <a:t>너무 큰 α를 골라도 저절로 괜찮아진다는 뜻은 아니므로 앞의 조건을 함께 기억해 주세요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지금까지 모델, Cost, Gradient Descent를 따로 살펴봤습니다</a:t>
            </a:r>
          </a:p>
          <a:p>
            <a:r>
              <a:t>이제 Linear Regression의 Cost를 실제로 미분해 갱신식에 넣겠습니다</a:t>
            </a:r>
          </a:p>
          <a:p>
            <a:r>
              <a:t>이 세 가지가 연결되면 데이터를 주고 모델을 학습시킬 수 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먼저 f(x)=wx+b로 각 예시의 예측을 계산합니다</a:t>
            </a:r>
          </a:p>
          <a:p>
            <a:r>
              <a:t>예측에서 실제 y를 빼면 각 예시의 Error가 나옵니다</a:t>
            </a:r>
          </a:p>
          <a:p>
            <a:r>
              <a:t>w에 대한 미분값은 Error에 해당 예시의 x를 곱한 뒤 모두 평균 낸 것입니다</a:t>
            </a:r>
          </a:p>
          <a:p>
            <a:r>
              <a:t>b에 대한 미분값은 Error 자체를 평균 낸 것입니다</a:t>
            </a:r>
          </a:p>
          <a:p>
            <a:r>
              <a:t>왜 w 쪽에만 x가 붙는지 예측식에서 생각해 보겠습니다</a:t>
            </a:r>
          </a:p>
          <a:p>
            <a:r>
              <a:t>w를 0.1만큼 바꾸면 x=1인 예측은 0.1, x=10인 예측은 1만큼 바뀝니다</a:t>
            </a:r>
          </a:p>
          <a:p>
            <a:r>
              <a:t>즉 w의 영향은 입력 x에 따라 달라집니다</a:t>
            </a:r>
          </a:p>
          <a:p>
            <a:r>
              <a:t>반면 b를 0.1 바꾸면 모든 예측이 똑같이 0.1 변합니다</a:t>
            </a:r>
          </a:p>
          <a:p>
            <a:r>
              <a:t>그래서 각 Parameter에 대한 민감도를 계산할 때 w에는 x가, b에는 1이 곱해집니다</a:t>
            </a:r>
          </a:p>
          <a:p>
            <a:r>
              <a:t>이 미분값에 Learning Rate를 곱해 기존 값에서 빼는 것이 한 번의 학습 단계입니다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장은 미분식이 나오는 과정을 확인하는 선택 설명입니다</a:t>
            </a:r>
          </a:p>
          <a:p>
            <a:r>
              <a:t>한 예시의 Error를 e=wx+b−y라고 잠시 짧게 쓰겠습니다</a:t>
            </a:r>
          </a:p>
          <a:p>
            <a:r>
              <a:t>e²를 미분하면 2e에 e 안쪽의 미분값을 곱합니다</a:t>
            </a:r>
          </a:p>
          <a:p>
            <a:r>
              <a:t>w로 미분할 때 wx+b−y의 미분값은 x입니다</a:t>
            </a:r>
          </a:p>
          <a:p>
            <a:r>
              <a:t>따라서 각 예시에서 2(wx+b−y)x가 나옵니다</a:t>
            </a:r>
          </a:p>
          <a:p>
            <a:r>
              <a:t>앞에 있던 1/(2m)과 2가 약분되어 (1/m)Σ(wx+b−y)x가 됩니다</a:t>
            </a:r>
          </a:p>
          <a:p>
            <a:r>
              <a:t>b로 미분할 때는 안쪽의 미분값이 1이라 마지막 x가 없습니다</a:t>
            </a:r>
          </a:p>
          <a:p>
            <a:r>
              <a:t>그 결과 (1/m)Σ(wx+b−y)가 됩니다</a:t>
            </a:r>
          </a:p>
          <a:p>
            <a:r>
              <a:t>Cost에 처음부터 1/2를 넣었던 이유가 여기서 식을 간단하게 해 줍니다</a:t>
            </a:r>
          </a:p>
          <a:p>
            <a:r>
              <a:t>미분이 익숙하지 않다면 w에는 Error×x의 평균, b에는 Error의 평균이 들어간다는 계산 절차부터 이해해도 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앞에서 사용한 데이터 (1,1), (2,2), (3,3)으로 갱신을 한 번 해 보겠습니다</a:t>
            </a:r>
          </a:p>
          <a:p>
            <a:r>
              <a:t>시작값을 w=0, b=0으로 두면 예측이 모두 0이므로 Error는 −1, −2, −3입니다</a:t>
            </a:r>
          </a:p>
          <a:p>
            <a:r>
              <a:t>w의 미분값은 (−1×1−2×2−3×3)/3=−14/3입니다</a:t>
            </a:r>
          </a:p>
          <a:p>
            <a:r>
              <a:t>b의 미분값은 (−1−2−3)/3=−2입니다</a:t>
            </a:r>
          </a:p>
          <a:p>
            <a:r>
              <a:t>α=0.1이면 새 w는 0−0.1×(−14/3)로 약 0.467입니다</a:t>
            </a:r>
          </a:p>
          <a:p>
            <a:r>
              <a:t>새 b는 0−0.1×(−2)=0.2입니다</a:t>
            </a:r>
          </a:p>
          <a:p>
            <a:r>
              <a:t>두 값 모두 갱신 전의 Error로 계산했다는 점을 확인해 주세요</a:t>
            </a:r>
          </a:p>
          <a:p>
            <a:r>
              <a:t>이제 새 모델 f(x)≈0.467x+0.2로 예측을 다시 구합니다</a:t>
            </a:r>
          </a:p>
          <a:p>
            <a:r>
              <a:t>새 Error로 미분값을 다시 계산하고 같은 절차를 반복합니다</a:t>
            </a:r>
          </a:p>
          <a:p>
            <a:r>
              <a:t>처음 계산한 미분값을 계속 재사용하면 현재 위치에 맞는 방향으로 움직이는 것이 아닙니다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일반적인 Cost에서는 그림처럼 골짜기가 여러 개일 수 있습니다</a:t>
            </a:r>
          </a:p>
          <a:p>
            <a:r>
              <a:t>Gradient Descent는 현재 위치 주변의 기울기를 사용하므로 출발점에 따라 다른 곳으로 갈 수 있습니다</a:t>
            </a:r>
          </a:p>
          <a:p>
            <a:r>
              <a:t>어느 골짜기에 들어갔다고 해서 다른 모든 후보보다 좋다는 보장은 없습니다</a:t>
            </a:r>
          </a:p>
          <a:p>
            <a:r>
              <a:t>이것이 Local Minimum과 Global Minimum을 구분한 이유입니다</a:t>
            </a:r>
          </a:p>
          <a:p>
            <a:r>
              <a:t>그렇다면 방금 만든 Linear Regression에서도 이런 문제를 걱정해야 할까요?</a:t>
            </a:r>
          </a:p>
          <a:p>
            <a:r>
              <a:t>답은 모델 이름만이 아니라 어떤 Cost를 함께 사용했는지에 달려 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Linear Regression에 지금의 MSE 기반 Cost를 쓰면 Parameter에 대해 Convex인 함수가 됩니다</a:t>
            </a:r>
          </a:p>
          <a:p>
            <a:r>
              <a:t>그림처럼 아래로 들어간 그릇을 생각하면 됩니다</a:t>
            </a:r>
          </a:p>
          <a:p>
            <a:r>
              <a:t>더 나쁜 별도의 Local Minimum에 갇히는 구조가 아니라는 점이 중요합니다</a:t>
            </a:r>
          </a:p>
          <a:p>
            <a:r>
              <a:t>적절한 Learning Rate를 사용하면 Global Minimum에 접근할 수 있습니다</a:t>
            </a:r>
          </a:p>
          <a:p>
            <a:r>
              <a:t>그때의 최소 Cost는 데이터에 따라 0일 수도 있고 양수일 수도 있습니다</a:t>
            </a:r>
          </a:p>
          <a:p>
            <a:r>
              <a:t>학습이 성공했다는 것은 주어진 모델과 Cost 안에서 좋은 값을 찾았다는 뜻입니다</a:t>
            </a:r>
          </a:p>
          <a:p>
            <a:r>
              <a:t>모든 현실의 관계가 직선이라는 뜻이나, 새 데이터에서도 완벽히 예측한다는 뜻은 아닙니다</a:t>
            </a:r>
          </a:p>
          <a:p>
            <a:r>
              <a:t>그 점은 뒤에서 모델의 성능을 확인할 때 다시 다루겠습니다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이제 집값 데이터에서 학습이 진행되는 모습을 따라가겠습니다</a:t>
            </a:r>
          </a:p>
          <a:p>
            <a:r>
              <a:t>왼쪽은 예측 직선이고 오른쪽 위와 아래는 같은 Cost의 두 표현입니다</a:t>
            </a:r>
          </a:p>
          <a:p>
            <a:r>
              <a:t>장마다 새로 추가되는 선과 점을 보면 한 번의 갱신이 무엇을 바꾸는지 알 수 있습니다</a:t>
            </a:r>
          </a:p>
          <a:p>
            <a:r>
              <a:t>앞의 선들은 이전 상태를 비교하도록 남겨 둔 흔적입니다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여기서는 변화를 보기 위해 w=−0.1, b=900에서 출발했습니다</a:t>
            </a:r>
          </a:p>
          <a:p>
            <a:r>
              <a:t>보통 0으로 시작할 수도 있지만, 일부러 잘 맞지 않는 위치를 고른 것입니다</a:t>
            </a:r>
          </a:p>
          <a:p>
            <a:r>
              <a:t>처음 직선은 대부분의 집값보다 높고 크기가 커질수록 내려갑니다</a:t>
            </a:r>
          </a:p>
          <a:p>
            <a:r>
              <a:t>오른쪽의 점은 이 직선에 해당하는 (w,b)의 위치입니다</a:t>
            </a:r>
          </a:p>
          <a:p>
            <a:r>
              <a:t>아래 표면의 높이는 같은 Parameter로 계산한 Cost입니다</a:t>
            </a:r>
          </a:p>
          <a:p>
            <a:r>
              <a:t>이제 데이터 자체는 고정하고 Parameter만 바꾸겠습니다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한 번 갱신하자 주황색 직선이 추가됐습니다</a:t>
            </a:r>
          </a:p>
          <a:p>
            <a:r>
              <a:t>기존 선보다 전체 데이터에 가까워지면서 Cost가 줄었습니다</a:t>
            </a:r>
          </a:p>
          <a:p>
            <a:r>
              <a:t>오른쪽의 새 점은 새 직선을 결정하는 w와 b를 나타냅니다</a:t>
            </a:r>
          </a:p>
          <a:p>
            <a:r>
              <a:t>화면에는 첫 Cost 약 77,237에서 약 45,401로 줄어든 결과가 표시돼 있습니다</a:t>
            </a:r>
          </a:p>
          <a:p>
            <a:r>
              <a:t>한쪽에서 선이 바뀌고 다른 쪽에서 점이 이동했지만, 둘은 같은 갱신의 결과입니다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새 Parameter에서 미분값을 다시 계산해 다음 단계로 이동했습니다</a:t>
            </a:r>
          </a:p>
          <a:p>
            <a:r>
              <a:t>초록색 직선이 추가되고 Cost도 약 29,109로 내려갑니다</a:t>
            </a:r>
          </a:p>
          <a:p>
            <a:r>
              <a:t>개별 집의 예측이 모두 같은 비율로 개선되는 것은 아닙니다</a:t>
            </a:r>
          </a:p>
          <a:p>
            <a:r>
              <a:t>우리가 확인하는 것은 전체 예시로 계산한 Cost가 줄었는지입니다</a:t>
            </a:r>
          </a:p>
          <a:p>
            <a:r>
              <a:t>아직 직선의 방향이 실제 자료의 흐름과 다르므로 더 학습할 여지가 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빨간 직선이 추가되면서 큰 집과 작은 집에 대한 예측의 차이도 달라지고 있습니다</a:t>
            </a:r>
          </a:p>
          <a:p>
            <a:r>
              <a:t>b만 바꾸면 모든 위치에서 같은 양만큼 위아래로 이동합니다</a:t>
            </a:r>
          </a:p>
          <a:p>
            <a:r>
              <a:t>w도 함께 바뀌면 x에 따라 예측의 변화량이 달라집니다</a:t>
            </a:r>
          </a:p>
          <a:p>
            <a:r>
              <a:t>이 장에서는 두 Parameter를 함께 조정해 더 낮은 Cost로 이동하고 있습니다</a:t>
            </a:r>
          </a:p>
          <a:p>
            <a:r>
              <a:t>오른쪽 점들의 연결은 그동안 선택한 Parameter의 경로입니다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새 선은 이전보다 완만해졌습니다</a:t>
            </a:r>
          </a:p>
          <a:p>
            <a:r>
              <a:t>처음의 잘못된 음의 기울기를 조금씩 수정하고 있는 것입니다</a:t>
            </a:r>
          </a:p>
          <a:p>
            <a:r>
              <a:t>아래 Cost 표면에서도 새 점이 더 낮은 쪽으로 움직입니다</a:t>
            </a:r>
          </a:p>
          <a:p>
            <a:r>
              <a:t>선이 보기에 완만해졌다는 것만으로 좋다고 판단하지는 않습니다</a:t>
            </a:r>
          </a:p>
          <a:p>
            <a:r>
              <a:t>실제 값과 비교한 전체 Cost가 함께 줄어드는지를 확인합니다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직선이 수평에 가까워지는 단계까지 왔습니다</a:t>
            </a:r>
          </a:p>
          <a:p>
            <a:r>
              <a:t>수평선이 목표인 것은 아니며, 더 좋은 직선으로 가는 중간 상태입니다</a:t>
            </a:r>
          </a:p>
          <a:p>
            <a:r>
              <a:t>수평에 가까우면 집 크기가 달라도 비슷한 가격을 예측합니다</a:t>
            </a:r>
          </a:p>
          <a:p>
            <a:r>
              <a:t>하지만 이 데이터는 크기에 따른 증가 흐름이 있으므로 아직 개선할 수 있습니다</a:t>
            </a:r>
          </a:p>
          <a:p>
            <a:r>
              <a:t>오른쪽에서 Cost가 계속 줄고 있는지 보며 다음 갱신을 이어갑니다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계속 갱신하자 위로 기울어진 선이 나타났습니다</a:t>
            </a:r>
          </a:p>
          <a:p>
            <a:r>
              <a:t>이제 큰 집에 더 높은 가격을 예측하는 방향으로 바뀌었습니다</a:t>
            </a:r>
          </a:p>
          <a:p>
            <a:r>
              <a:t>사람이 w를 양수로 바꾸라고 따로 지시한 것은 아닙니다</a:t>
            </a:r>
          </a:p>
          <a:p>
            <a:r>
              <a:t>데이터에서 계산한 Error와 미분값을 따라 움직인 결과입니다</a:t>
            </a:r>
          </a:p>
          <a:p>
            <a:r>
              <a:t>학습이 데이터의 관계를 반영한다는 말이 여기서는 이 Parameter의 변화로 나타납니다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새로운 선들이 데이터의 중심 흐름 쪽으로 모이고 있습니다</a:t>
            </a:r>
          </a:p>
          <a:p>
            <a:r>
              <a:t>오른쪽 점도 Contour 중심에 점점 가까워집니다</a:t>
            </a:r>
          </a:p>
          <a:p>
            <a:r>
              <a:t>중심 부근에서는 Cost를 크게 줄일 수 있는 여지가 이전보다 작습니다</a:t>
            </a:r>
          </a:p>
          <a:p>
            <a:r>
              <a:t>그래서 추가 갱신에 따른 변화도 작아질 수 있습니다</a:t>
            </a:r>
          </a:p>
          <a:p>
            <a:r>
              <a:t>이런 진행을 확인하면 지금 멈춰도 되는지, 더 학습할 필요가 있는지 판단하는 데 도움이 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마지막에 얻은 선을 새로운 집의 가격을 예측하는 데 사용하겠습니다</a:t>
            </a:r>
          </a:p>
          <a:p>
            <a:r>
              <a:t>가로축에서 크기 1,250을 찾고 현재 예측선과 만나는 높이를 읽습니다</a:t>
            </a:r>
          </a:p>
          <a:p>
            <a:r>
              <a:t>그림에서는 약 25만 달러입니다</a:t>
            </a:r>
          </a:p>
          <a:p>
            <a:r>
              <a:t>이전에 봤던 다른 직선의 예측과 다른 것은 사용하는 Parameter가 달라졌기 때문입니다</a:t>
            </a:r>
          </a:p>
          <a:p>
            <a:r>
              <a:t>실제 거래 가격은 아직 모르지만, 학습한 관계를 새 입력에 적용해 답을 낸 것입니다</a:t>
            </a:r>
          </a:p>
          <a:p>
            <a:r>
              <a:t>이처럼 Parameter를 찾는 과정이 학습이고, 찾은 Parameter로 f(x)를 계산하는 과정이 예측입니다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지금까지의 미분식은 매번 i=1부터 m까지 모든 예시를 사용했습니다</a:t>
            </a:r>
          </a:p>
          <a:p>
            <a:r>
              <a:t>한 번 갱신할 때 전체 Training Set을 보는 방식을 Batch Gradient Descent라고 합니다</a:t>
            </a:r>
          </a:p>
          <a:p>
            <a:r>
              <a:t>예시 47개라면 47개에서 나온 정보를 모아 한 번의 수정량을 구합니다</a:t>
            </a:r>
          </a:p>
          <a:p>
            <a:r>
              <a:t>예시 하나를 보고 갱신하는 것과는 구분해야 합니다</a:t>
            </a:r>
          </a:p>
          <a:p>
            <a:r>
              <a:t>일부 예시만 사용하는 다른 방식도 있지만, 지금은 전체를 사용하는 방법으로 원리를 익히겠습니다</a:t>
            </a:r>
          </a:p>
          <a:p>
            <a:r>
              <a:t>여기까지 직선으로 예측하고, Cost로 평가하고, Gradient Descent로 고치는 흐름을 완성했습니다</a:t>
            </a:r>
          </a:p>
          <a:p>
            <a:r>
              <a:t>다음에는 입력을 여러 개로 늘리고 같은 계산을 더 효율적으로 수행하겠습니다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W2 · 원본 1쪽 · W2 자료 안내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이어서 W2를 시작하겠습니다. 이 부분도 DeepLearning.AI와 Stanford Online의 원본 슬라이드를 사용합니다. W1에서 배운 예측, 비용 계산, 매개변수 수정이라는 흐름을 그대로 이어 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이번에는 집의 크기 외에 방의 수나 집의 나이처럼 여러 정보를 함께 사용합니다. 새로운 용어가 나오더라도, 기존 모델에 입력 항목이 늘어난 것이라고 먼저 생각해 주세요.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지난주에는 집의 크기 하나로 가격을 예측했습니다</a:t>
            </a:r>
          </a:p>
          <a:p>
            <a:r>
              <a:t>그런데 같은 크기의 집도 방 개수나 건축 연도에 따라 가격이 달라질 수 있겠죠</a:t>
            </a:r>
          </a:p>
          <a:p>
            <a:r>
              <a:t>이번에는 여러 정보를 함께 사용하는 Linear Regression으로 확장하겠습니다</a:t>
            </a:r>
          </a:p>
          <a:p>
            <a:r>
              <a:t>새 모델을 처음부터 만드는 것이 아니라, 지금까지 사용한 식에 입력을 몇 개 더 붙인다고 생각하시면 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먼저 우리가 이미 알고 있는 모델을 확인하겠습니다</a:t>
            </a:r>
          </a:p>
          <a:p>
            <a:r>
              <a:t>표에서 집의 크기가 입력 x이고, 실제로 거래된 가격이 정답 y입니다</a:t>
            </a:r>
          </a:p>
          <a:p>
            <a:r>
              <a:t>집 한 채의 크기를 넣으면 f(x) = wx + b가 예상 가격 하나를 내놓습니다</a:t>
            </a:r>
          </a:p>
          <a:p>
            <a:r>
              <a:t>여기서 w는 크기가 한 단위 커질 때 예측 가격이 얼마나 변하는지를 정하고, b는 직선 전체의 높이를 정합니다</a:t>
            </a:r>
          </a:p>
          <a:p>
            <a:r>
              <a:t>지금 모델은 크기가 같은 두 집에 항상 같은 가격을 예측합니다</a:t>
            </a:r>
          </a:p>
          <a:p>
            <a:r>
              <a:t>하지만 실제로는 방이 더 많거나 더 최근에 지은 집의 가격이 다를 수 있습니다</a:t>
            </a:r>
          </a:p>
          <a:p>
            <a:r>
              <a:t>크기만 입력하면 모델은 그런 차이를 구별할 정보가 없습니다</a:t>
            </a:r>
          </a:p>
          <a:p>
            <a:r>
              <a:t>그래서 방 개수, 층수, 집의 나이처럼 예측에 도움이 될 만한 정보를 추가하려는 겁니다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표의 입력 부분을 보면 이제 집 한 채를 숫자 네 개로 나타냅니다</a:t>
            </a:r>
          </a:p>
          <a:p>
            <a:r>
              <a:t>x₁은 크기, x₂는 방 개수, x₃은 층수, x₄는 집의 나이입니다</a:t>
            </a:r>
          </a:p>
          <a:p>
            <a:r>
              <a:t>이런 입력 항목 하나하나를 feature라고 하고, feature의 개수를 n으로 표시합니다</a:t>
            </a:r>
          </a:p>
          <a:p>
            <a:r>
              <a:t>여기서는 feature가 네 개이므로 n = 4입니다</a:t>
            </a:r>
          </a:p>
          <a:p>
            <a:r>
              <a:t>두 번째 집의 입력 전체인 x⁽²⁾는 1416, 3, 2, 40을 한데 묶은 벡터입니다</a:t>
            </a:r>
          </a:p>
          <a:p>
            <a:r>
              <a:t>벡터라는 말이 낯설다면, 집 한 채의 정보를 정해진 순서로 적은 숫자 목록이라고 생각하시면 됩니다</a:t>
            </a:r>
          </a:p>
          <a:p>
            <a:r>
              <a:t>x₃⁽²⁾는 그 목록에서 세 번째 값이므로, 두 번째 집의 층수인 2를 뜻합니다</a:t>
            </a:r>
          </a:p>
          <a:p>
            <a:r>
              <a:t>위쪽 괄호의 2는 두 번째 집을 가리키고, 아래쪽 3은 세 번째 feature를 가리킵니다</a:t>
            </a:r>
          </a:p>
          <a:p>
            <a:r>
              <a:t>둘 다 제곱이나 곱셈을 나타내는 기호가 아닙니다</a:t>
            </a:r>
          </a:p>
          <a:p>
            <a:r>
              <a:t>앞으로 식이 길어져도 위 첨자는 데이터의 행, 아래 첨자는 입력의 열을 찾는 표시라고 보면 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입력이 네 개가 되면 각 입력에 자기 가중치를 곱한 다음 전부 더합니다</a:t>
            </a:r>
          </a:p>
          <a:p>
            <a:r>
              <a:t>슬라이드의 예에서는 크기에 0.1, 방 개수에 4, 층수에 10, 집의 나이에 −2를 곱하고 마지막에 80을 더합니다</a:t>
            </a:r>
          </a:p>
          <a:p>
            <a:r>
              <a:t>가격의 단위가 천 달러이므로, 방 개수의 계수 4는 다른 입력을 고정했을 때 방 하나당 예측 가격이 4천 달러 증가한다는 뜻입니다</a:t>
            </a:r>
          </a:p>
          <a:p>
            <a:r>
              <a:t>집의 나이에 붙은 −2는 다른 입력이 같다면 한 살 오래될 때 예측 가격이 2천 달러 낮아진다는 뜻입니다</a:t>
            </a:r>
          </a:p>
          <a:p>
            <a:r>
              <a:t>이것은 이 모델이 표현하는 관계이지, 방을 하나 늘리면 실제 거래 가격이 반드시 그만큼 오른다는 보장은 아닙니다</a:t>
            </a:r>
          </a:p>
          <a:p>
            <a:r>
              <a:t>맨 끝의 b는 여러 입력의 효과를 더한 뒤 전체 예측 수준을 조정합니다</a:t>
            </a:r>
          </a:p>
          <a:p>
            <a:r>
              <a:t>모든 입력이 0일 때 식의 값은 b가 되지만, 그런 집이 현실에 존재해야 하는 것은 아닙니다</a:t>
            </a:r>
          </a:p>
          <a:p>
            <a:r>
              <a:t>각 w는 해당 입력을 예측에 얼마나, 어느 방향으로 반영할지 정하는 조절 손잡이입니다</a:t>
            </a:r>
          </a:p>
          <a:p>
            <a:r>
              <a:t>이 숫자들을 사람이 계속 지정하는 대신, Cost Function이 작아지도록 학습하는 것이 다음 단계입니다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feature가 많아질 때마다 항을 전부 쓰면 식이 너무 길어집니다</a:t>
            </a:r>
          </a:p>
          <a:p>
            <a:r>
              <a:t>그래서 가중치들을 벡터 w로, 집 한 채의 입력들을 벡터 x로 묶겠습니다</a:t>
            </a:r>
          </a:p>
          <a:p>
            <a:r>
              <a:t>w · x라는 dot product는 같은 위치의 숫자끼리 곱한 뒤 모두 더하는 연산입니다</a:t>
            </a:r>
          </a:p>
          <a:p>
            <a:r>
              <a:t>따라서 w · x + b는 방금 본 w₁x₁ + w₂x₂ + w₃x₃ + w₄x₄ + b와 정확히 같은 계산입니다</a:t>
            </a:r>
          </a:p>
          <a:p>
            <a:r>
              <a:t>표현만 짧아졌고 모델의 동작은 바뀌지 않았습니다</a:t>
            </a:r>
          </a:p>
          <a:p>
            <a:r>
              <a:t>입력이 n개라면 w와 x에 각각 n개의 값이 들어가며, 계산 결과는 예측 가격 하나입니다</a:t>
            </a:r>
          </a:p>
          <a:p>
            <a:r>
              <a:t>b는 이 벡터들과 별도로 더하는 숫자 하나입니다</a:t>
            </a:r>
          </a:p>
          <a:p>
            <a:r>
              <a:t>입력이 여러 개인 이 모델을 Multiple Linear Regression이라고 부릅니다</a:t>
            </a:r>
          </a:p>
          <a:p>
            <a:r>
              <a:t>출력은 여전히 집값 하나이며, 여러 입력을 사용한다는 의미에서 Multiple이라는 말이 붙습니다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이제 같은 계산을 Python으로 어떻게 구현할지 보겠습니다</a:t>
            </a:r>
          </a:p>
          <a:p>
            <a:r>
              <a:t>Vectorization은 여러 숫자에 대한 연산을 배열 단위로 표현하는 방법입니다</a:t>
            </a:r>
          </a:p>
          <a:p>
            <a:r>
              <a:t>식과 코드의 대응이 더 잘 보이고, 숫자가 많아질수록 계산도 효율적으로 수행할 수 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예제에서는 w에 1, 2.5, −3.3을, x에 10, 20, 30을 넣고 b를 4로 정했습니다</a:t>
            </a:r>
          </a:p>
          <a:p>
            <a:r>
              <a:t>직접 계산하면 1 × 10 + 2.5 × 20 − 3.3 × 30 + 4가 됩니다</a:t>
            </a:r>
          </a:p>
          <a:p>
            <a:r>
              <a:t>세 곱의 합은 −39이고, b를 더한 최종 예측은 −35입니다</a:t>
            </a:r>
          </a:p>
          <a:p>
            <a:r>
              <a:t>첫 번째 구현처럼 각 항을 따로 쓰면 feature가 늘어날 때마다 코드를 고쳐야 합니다</a:t>
            </a:r>
          </a:p>
          <a:p>
            <a:r>
              <a:t>for문을 사용하면 항의 개수만큼 반복해서 더할 수 있지만, 여전히 계산을 하나씩 지시하는 형태입니다</a:t>
            </a:r>
          </a:p>
          <a:p>
            <a:r>
              <a:t>NumPy의 np.dot(w, x)는 같은 위치끼리 곱하고 더하는 일을 한 번의 배열 연산으로 표현합니다</a:t>
            </a:r>
          </a:p>
          <a:p>
            <a:r>
              <a:t>여기에 b를 더한 np.dot(w, x) + b가 수식의 w · x + b와 대응합니다</a:t>
            </a:r>
          </a:p>
          <a:p>
            <a:r>
              <a:t>세 구현은 계산하는 내용과 정답이 같습니다</a:t>
            </a:r>
          </a:p>
          <a:p>
            <a:r>
              <a:t>주의할 점은 수학에서는 첫 입력을 x₁이라고 쓰지만, Python 배열에서는 첫 입력을 x[0]으로 꺼낸다는 것입니다</a:t>
            </a:r>
          </a:p>
          <a:p>
            <a:r>
              <a:t>Vectorization은 새로운 예측 공식을 쓰는 것이 아니라, 같은 공식을 배열에 맞게 구현하는 것입니다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코드가 짧아지는 것 외에 Vectorization을 쓰는 중요한 이유가 있습니다</a:t>
            </a:r>
          </a:p>
          <a:p>
            <a:r>
              <a:t>컴퓨터가 여러 숫자를 효율적으로 처리하도록 맡길 수 있다는 점입니다</a:t>
            </a:r>
          </a:p>
          <a:p>
            <a:r>
              <a:t>이번 그림에서는 반복문으로 계산을 지시할 때와 배열 연산으로 지시할 때의 차이를 보겠습니다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왼쪽 그림은 각 위치의 곱셈을 반복문에서 하나씩 처리하는 모습을 시간 순서로 표현합니다</a:t>
            </a:r>
          </a:p>
          <a:p>
            <a:r>
              <a:t>첫 번째 곱을 구하고, 다음 곱을 구하고, 이런 식으로 결과를 모읍니다</a:t>
            </a:r>
          </a:p>
          <a:p>
            <a:r>
              <a:t>오른쪽은 배열 연산을 사용해 여러 값을 묶어서 처리하는 모습을 보여 줍니다</a:t>
            </a:r>
          </a:p>
          <a:p>
            <a:r>
              <a:t>매번 계산 하나를 따로 주문하기보다, 계산할 숫자 목록 전체를 한꺼번에 전달하는 것과 비슷합니다</a:t>
            </a:r>
          </a:p>
          <a:p>
            <a:r>
              <a:t>그러면 NumPy 같은 라이브러리가 빠르게 구현된 연산과 하드웨어의 처리 능력을 활용할 수 있습니다</a:t>
            </a:r>
          </a:p>
          <a:p>
            <a:r>
              <a:t>그림처럼 모든 계산이 문자 그대로 같은 순간에 끝난다는 뜻은 아닙니다</a:t>
            </a:r>
          </a:p>
          <a:p>
            <a:r>
              <a:t>실제 처리 방식과 속도는 배열 크기, 라이브러리, 컴퓨터에 따라 달라집니다</a:t>
            </a:r>
          </a:p>
          <a:p>
            <a:r>
              <a:t>또한 np.dot을 썼다고 자동으로 GPU를 사용하는 것도 아닙니다</a:t>
            </a:r>
          </a:p>
          <a:p>
            <a:r>
              <a:t>지금 기억할 점은 배열 연산이 반복문보다 간결하고, 큰 수치 계산을 효율적으로 맡길 수 있는 표현이라는 것입니다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Vectorization은 예측뿐 아니라 Gradient Descent에도 사용할 수 있습니다</a:t>
            </a:r>
          </a:p>
          <a:p>
            <a:r>
              <a:t>그림에서는 가중치 16개가 w에 들어 있고, 각 가중치의 미분값 16개가 d에 들어 있습니다</a:t>
            </a:r>
          </a:p>
          <a:p>
            <a:r>
              <a:t>d의 첫 번째 값은 첫 번째 가중치를 어느 방향으로 얼마나 바꿔야 하는지에 관한 정보입니다</a:t>
            </a:r>
          </a:p>
          <a:p>
            <a:r>
              <a:t>Learning Rate가 0.1이면 각 가중치에서 자기 미분값의 0.1배를 빼면 됩니다</a:t>
            </a:r>
          </a:p>
          <a:p>
            <a:r>
              <a:t>반복문으로는 인덱스를 바꿔 가며 같은 갱신식을 16번 적용합니다</a:t>
            </a:r>
          </a:p>
          <a:p>
            <a:r>
              <a:t>배열로는 w = w − 0.1 × d라고 써서 각 위치의 계산을 함께 표현할 수 있습니다</a:t>
            </a:r>
          </a:p>
          <a:p>
            <a:r>
              <a:t>이때 d는 현재 가중치에서 미리 계산한 미분값들이어야 합니다</a:t>
            </a:r>
          </a:p>
          <a:p>
            <a:r>
              <a:t>이 코드는 미분값을 구하는 과정 자체를 생략해도 된다는 뜻이 아닙니다</a:t>
            </a:r>
          </a:p>
          <a:p>
            <a:r>
              <a:t>그림에서는 가중치 벡터의 갱신에 집중하고 있으며, b도 자신의 미분값을 사용해 별도로 갱신합니다</a:t>
            </a:r>
          </a:p>
          <a:p>
            <a:r>
              <a:t>결국 우리가 배운 Gradient Descent의 규칙은 그대로이고, 여러 가중치에 적용하는 표현이 달라진 것입니다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이제 여러 feature를 사용하는 모델을 실제로 학습시켜 보겠습니다</a:t>
            </a:r>
          </a:p>
          <a:p>
            <a:r>
              <a:t>해야 할 일은 모델로 예측하고, Cost를 계산하고, 각 parameter를 갱신하는 것입니다</a:t>
            </a:r>
          </a:p>
          <a:p>
            <a:r>
              <a:t>입력이 하나였을 때의 흐름을 그대로 유지하면서 w가 여러 개가 된 부분만 확장하겠습니다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왼쪽 식은 각 입력과 가중치를 전부 펼쳐 쓴 모델이고, 오른쪽 식은 벡터로 묶어 쓴 모델입니다</a:t>
            </a:r>
          </a:p>
          <a:p>
            <a:r>
              <a:t>어느 쪽을 사용해도 집 한 채의 입력을 받아 예측값 하나를 계산합니다</a:t>
            </a:r>
          </a:p>
          <a:p>
            <a:r>
              <a:t>Cost Function은 각 집의 예측값에서 실제 가격을 뺀 뒤 제곱해서 더하는 형태입니다</a:t>
            </a:r>
          </a:p>
          <a:p>
            <a:r>
              <a:t>m채의 집에 대한 제곱 오차를 모두 더하고 2m으로 나누는 것도 이전과 같습니다</a:t>
            </a:r>
          </a:p>
          <a:p>
            <a:r>
              <a:t>입력의 개수가 늘었다고 해서 정답 y나 예측값까지 벡터가 되는 것은 아닙니다</a:t>
            </a:r>
          </a:p>
          <a:p>
            <a:r>
              <a:t>달라진 것은 Cost를 조절하는 손잡이가 w 하나와 b에서, 여러 w와 b로 늘었다는 점입니다</a:t>
            </a:r>
          </a:p>
          <a:p>
            <a:r>
              <a:t>가중치가 두 개라면 w₁, w₂, b의 값을 함께 찾아야 합니다</a:t>
            </a:r>
          </a:p>
          <a:p>
            <a:r>
              <a:t>지금까지 그린 Cost의 그릇 모양을 더 많은 방향으로 확장한 문제라고 생각할 수 있습니다</a:t>
            </a:r>
          </a:p>
          <a:p>
            <a:r>
              <a:t>차원이 많아지면 그림으로 모두 표현하기 어렵지만, 미분값을 이용하는 갱신 규칙은 그대로 사용할 수 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입력이 하나일 때 w의 미분값은 예측 오차에 x를 곱해서 평균낸 값이었습니다</a:t>
            </a:r>
          </a:p>
          <a:p>
            <a:r>
              <a:t>이제 j번째 가중치 wⱼ의 미분값을 구하려면, 각 데이터의 예측 오차에 j번째 입력 xⱼ를 곱하면 됩니다</a:t>
            </a:r>
          </a:p>
          <a:p>
            <a:r>
              <a:t>그 결과를 m개 데이터에 대해 더하고 m으로 나누면 해당 가중치의 미분값이 됩니다</a:t>
            </a:r>
          </a:p>
          <a:p>
            <a:r>
              <a:t>같은 예측 오차를 사용하지만, 어느 feature를 곱하느냐에 따라 가중치별 미분값이 달라집니다</a:t>
            </a:r>
          </a:p>
          <a:p>
            <a:r>
              <a:t>b의 미분값에는 입력을 곱하지 않고 예측 오차만 평균냅니다</a:t>
            </a:r>
          </a:p>
          <a:p>
            <a:r>
              <a:t>이 식에서 i는 몇 번째 집인지를, j는 몇 번째 feature인지를 나타냅니다</a:t>
            </a:r>
          </a:p>
          <a:p>
            <a:r>
              <a:t>먼저 현재의 모든 w와 b로 예측 오차를 계산하고, 그 상태에서 모든 미분값을 구합니다</a:t>
            </a:r>
          </a:p>
          <a:p>
            <a:r>
              <a:t>그다음 각 parameter에서 Learning Rate와 자기 미분값의 곱을 뺍니다</a:t>
            </a:r>
          </a:p>
          <a:p>
            <a:r>
              <a:t>w₁을 바꾼 뒤 그 새 값으로 w₂의 미분값을 계산하는 방식과는 다릅니다</a:t>
            </a:r>
          </a:p>
          <a:p>
            <a:r>
              <a:t>한 번의 갱신에서는 모든 parameter가 같은 출발점에서 계산된 미분값을 사용해야 합니다</a:t>
            </a:r>
          </a:p>
          <a:p>
            <a:r>
              <a:t>이 계산을 반복하면 여러 입력을 함께 사용하면서 Cost를 낮추는 방향으로 이동합니다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Linear Regression에는 Gradient Descent 외에 방정식을 이용해 해를 구하는 방법도 있습니다</a:t>
            </a:r>
          </a:p>
          <a:p>
            <a:r>
              <a:t>여기서는 이를 Normal Equation이라고 소개합니다</a:t>
            </a:r>
          </a:p>
          <a:p>
            <a:r>
              <a:t>Gradient Descent처럼 조금씩 이동하는 대신, Linear Regression의 수학적 구조를 이용해 parameter를 구하는 방식입니다</a:t>
            </a:r>
          </a:p>
          <a:p>
            <a:r>
              <a:t>Learning Rate를 고르고 반복 횟수를 정하는 과정이 필요 없다는 장점이 있습니다</a:t>
            </a:r>
          </a:p>
          <a:p>
            <a:r>
              <a:t>하지만 feature가 아주 많아지면 관련 행렬 계산의 비용이 커질 수 있습니다</a:t>
            </a:r>
          </a:p>
          <a:p>
            <a:r>
              <a:t>슬라이드의 1만 개라는 숫자는 규모가 커졌을 때의 문제를 설명하는 예시로 보면 됩니다</a:t>
            </a:r>
          </a:p>
          <a:p>
            <a:r>
              <a:t>이 방법이 모든 모델에 똑같이 적용되는 것도 아닙니다</a:t>
            </a:r>
          </a:p>
          <a:p>
            <a:r>
              <a:t>라이브러리의 Linear Regression도 여러 수치 계산 방법을 사용할 수 있으므로, 언제나 하나의 공식을 그대로 계산한다고 생각할 필요는 없습니다</a:t>
            </a:r>
          </a:p>
          <a:p>
            <a:r>
              <a:t>우리는 이후 Logistic Regression과 Neural Network에도 연결되는 Gradient Descent를 중심으로 배우겠습니다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모델과 갱신식이 맞아도 학습이 불필요하게 오래 걸릴 수 있습니다</a:t>
            </a:r>
          </a:p>
          <a:p>
            <a:r>
              <a:t>입력마다 숫자의 크기가 크게 다른 경우가 그중 하나입니다</a:t>
            </a:r>
          </a:p>
          <a:p>
            <a:r>
              <a:t>Feature Scaling은 이런 크기 차이를 조정해 Gradient Descent가 더 수월하게 움직이도록 돕는 방법입니다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집의 크기는 수백에서 수천인데, 방 개수는 보통 몇 개 정도입니다</a:t>
            </a:r>
          </a:p>
          <a:p>
            <a:r>
              <a:t>두 입력의 숫자 범위가 처음부터 크게 다릅니다</a:t>
            </a:r>
          </a:p>
          <a:p>
            <a:r>
              <a:t>크기 2000, 방 5개인 집에 w₁ = 50, w₂ = 0.1, b = 50을 넣어 보겠습니다</a:t>
            </a:r>
          </a:p>
          <a:p>
            <a:r>
              <a:t>예측값은 50 × 2000 + 0.1 × 5 + 50으로, 천 달러 단위에서 100050.5가 됩니다</a:t>
            </a:r>
          </a:p>
          <a:p>
            <a:r>
              <a:t>반대로 w₁ = 0.1, w₂ = 50, b = 50이면 200 + 250 + 50 = 500이 됩니다</a:t>
            </a:r>
          </a:p>
          <a:p>
            <a:r>
              <a:t>두 번째 조합은 50만 달러를 예측하므로 이 예시의 실제 가격과 맞습니다</a:t>
            </a:r>
          </a:p>
          <a:p>
            <a:r>
              <a:t>숫자가 큰 입력에는 비교적 작은 가중치가, 숫자가 작은 입력에는 비교적 큰 가중치가 필요한 모습을 볼 수 있습니다</a:t>
            </a:r>
          </a:p>
          <a:p>
            <a:r>
              <a:t>그래서 가중치의 크기만 비교해 어떤 feature가 더 중요하다고 판단하면 안 됩니다</a:t>
            </a:r>
          </a:p>
          <a:p>
            <a:r>
              <a:t>입력의 단위와 범위가 가중치의 크기에도 영향을 주기 때문입니다</a:t>
            </a:r>
          </a:p>
          <a:p>
            <a:r>
              <a:t>이 차이가 Gradient Descent가 이동하는 Cost 그래프에도 영향을 줍니다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그림의 가로축과 세로축은 집의 크기와 방 개수가 아니라 두 가중치 w₁, w₂입니다</a:t>
            </a:r>
          </a:p>
          <a:p>
            <a:r>
              <a:t>등고선 하나는 같은 Cost를 갖는 가중치 조합들을 연결한 선입니다</a:t>
            </a:r>
          </a:p>
          <a:p>
            <a:r>
              <a:t>집의 크기처럼 값이 큰 입력에 곱해지는 가중치는 조금만 바뀌어도 예측값이 크게 변할 수 있습니다</a:t>
            </a:r>
          </a:p>
          <a:p>
            <a:r>
              <a:t>그러면 그 가중치 방향으로 Cost도 민감하게 달라집니다</a:t>
            </a:r>
          </a:p>
          <a:p>
            <a:r>
              <a:t>반대 방향으로는 비슷한 정도의 Cost 변화를 만들려면 가중치를 더 많이 바꿔야 할 수 있습니다</a:t>
            </a:r>
          </a:p>
          <a:p>
            <a:r>
              <a:t>그 결과 등고선이 원에 가깝기보다 가늘고 긴 모양으로 나타납니다</a:t>
            </a:r>
          </a:p>
          <a:p>
            <a:r>
              <a:t>좁고 긴 골짜기에서 내려간다고 생각해 보시면 됩니다</a:t>
            </a:r>
          </a:p>
          <a:p>
            <a:r>
              <a:t>가파른 양옆으로는 조심해서 움직여야 하는데, 정작 바닥을 따라 앞으로 가는 속도는 느려질 수 있습니다</a:t>
            </a:r>
          </a:p>
          <a:p>
            <a:r>
              <a:t>이런 모양이 Gradient Descent의 지그재그 이동과 연결됩니다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왼쪽에서는 Gradient Descent가 좁은 골짜기의 양쪽을 오가며 내려갑니다</a:t>
            </a:r>
          </a:p>
          <a:p>
            <a:r>
              <a:t>Learning Rate를 크게 하면 반대편으로 너무 멀리 넘어갈 수 있고, 작게 하면 목표까지 가는 데 오래 걸립니다</a:t>
            </a:r>
          </a:p>
          <a:p>
            <a:r>
              <a:t>오른쪽에서는 feature들의 숫자 크기를 비슷하게 맞췄습니다</a:t>
            </a:r>
          </a:p>
          <a:p>
            <a:r>
              <a:t>그러면 여러 가중치 방향의 민감도 차이가 줄어들어 등고선이 더 균형 잡힌 모양이 될 수 있습니다</a:t>
            </a:r>
          </a:p>
          <a:p>
            <a:r>
              <a:t>같은 목표점을 향해 이동하더라도 불필요한 지그재그가 줄어드는 겁니다</a:t>
            </a:r>
          </a:p>
          <a:p>
            <a:r>
              <a:t>Feature Scaling은 집값이라는 정답을 바꾸는 것이 아니라, 입력을 표현하는 숫자의 단위를 조정합니다</a:t>
            </a:r>
          </a:p>
          <a:p>
            <a:r>
              <a:t>미터로 재던 길이를 센티미터로 적는다고 물건 자체가 달라지지 않는 것과 비슷합니다</a:t>
            </a:r>
          </a:p>
          <a:p>
            <a:r>
              <a:t>물론 입력끼리 강하게 연결되어 있으면 Scaling만으로 등고선이 완벽한 원이 되지는 않습니다</a:t>
            </a:r>
          </a:p>
          <a:p>
            <a:r>
              <a:t>목표는 모든 그림을 똑같이 만드는 것이 아니라, 학습을 어렵게 하는 크기 차이를 줄이는 것입니다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Feature Scaling에는 몇 가지 방법이 있습니다</a:t>
            </a:r>
          </a:p>
          <a:p>
            <a:r>
              <a:t>이번에는 최댓값으로 나누는 방법, 평균을 빼는 방법, 표준편차를 사용하는 방법을 차례로 보겠습니다</a:t>
            </a:r>
          </a:p>
          <a:p>
            <a:r>
              <a:t>식만 외우기보다 입력 하나를 바꿨을 때 숫자 범위와 중심이 어떻게 달라지는지 보시면 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가장 간단한 방법은 각 feature를 그 feature의 대표적인 큰 값으로 나누는 것입니다</a:t>
            </a:r>
          </a:p>
          <a:p>
            <a:r>
              <a:t>집의 크기가 최대 2000이면 크기를 2000으로 나눕니다</a:t>
            </a:r>
          </a:p>
          <a:p>
            <a:r>
              <a:t>크기 1000인 집은 0.5가 되고, 2000인 집은 1이 됩니다</a:t>
            </a:r>
          </a:p>
          <a:p>
            <a:r>
              <a:t>방 개수가 최대 5이면 방 개수를 5로 나누므로, 방 3개는 0.6이 됩니다</a:t>
            </a:r>
          </a:p>
          <a:p>
            <a:r>
              <a:t>원래 크기의 범위가 300에서 2000이었다면 바뀐 범위는 0.15에서 1입니다</a:t>
            </a:r>
          </a:p>
          <a:p>
            <a:r>
              <a:t>방 개수의 범위는 0에서 5였으므로 0에서 1이 됩니다</a:t>
            </a:r>
          </a:p>
          <a:p>
            <a:r>
              <a:t>완전히 같은 범위가 아니어도 이전보다 훨씬 비슷한 숫자 크기를 갖게 됩니다</a:t>
            </a:r>
          </a:p>
          <a:p>
            <a:r>
              <a:t>크기가 큰 집이 작은 집보다 큰 값을 갖는 순서도 그대로 유지됩니다</a:t>
            </a:r>
          </a:p>
          <a:p>
            <a:r>
              <a:t>새 집을 예측할 때에도 학습 때 사용한 2000과 5로 나누어 같은 기준의 입력을 만들어야 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이번에는 나누기 전에 각 feature의 평균을 빼겠습니다</a:t>
            </a:r>
          </a:p>
          <a:p>
            <a:r>
              <a:t>이를 Mean Normalization이라고 하며, 슬라이드에서는 평균을 뺀 값을 최댓값과 최솟값의 차이로 나눕니다</a:t>
            </a:r>
          </a:p>
          <a:p>
            <a:r>
              <a:t>집 크기의 평균이 600이면 크기 600인 집은 0으로 옮겨집니다</a:t>
            </a:r>
          </a:p>
          <a:p>
            <a:r>
              <a:t>평균보다 작은 집은 음수, 큰 집은 양수가 됩니다</a:t>
            </a:r>
          </a:p>
          <a:p>
            <a:r>
              <a:t>크기 300은 (300 − 600) / (2000 − 300)이므로 약 −0.18입니다</a:t>
            </a:r>
          </a:p>
          <a:p>
            <a:r>
              <a:t>크기 2000은 같은 식으로 약 0.82가 됩니다</a:t>
            </a:r>
          </a:p>
          <a:p>
            <a:r>
              <a:t>방 개수도 평균 2.3을 빼고 범위 5로 나누면 약 −0.46에서 0.54로 바뀝니다</a:t>
            </a:r>
          </a:p>
          <a:p>
            <a:r>
              <a:t>여기서 음수는 방이 실제로 음수라는 뜻이 아니라, 평균보다 적다는 뜻입니다</a:t>
            </a:r>
          </a:p>
          <a:p>
            <a:r>
              <a:t>평균을 빼는 단계는 중심을 옮기고, 범위로 나누는 단계는 숫자의 크기를 조정합니다</a:t>
            </a:r>
          </a:p>
          <a:p>
            <a:r>
              <a:t>그래서 변환된 값이 반드시 −1과 1을 양끝으로 채우거나 0을 기준으로 대칭일 필요는 없습니다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Z score Normalization도 먼저 평균을 빼지만, 이번에는 범위 대신 표준편차 σ로 나눕니다</a:t>
            </a:r>
          </a:p>
          <a:p>
            <a:r>
              <a:t>표준편차는 값들이 평균 주변에서 얼마나 퍼져 있는지를 나타내는 수치입니다</a:t>
            </a:r>
          </a:p>
          <a:p>
            <a:r>
              <a:t>집 크기의 평균이 600이고 표준편차가 450이라면, 크기 1050은 평균보다 표준편차 한 개만큼 크므로 1이 됩니다</a:t>
            </a:r>
          </a:p>
          <a:p>
            <a:r>
              <a:t>크기 300은 (300 − 600) / 450이므로 약 −0.67입니다</a:t>
            </a:r>
          </a:p>
          <a:p>
            <a:r>
              <a:t>크기 2000은 약 3.1이 되어, 이 방법의 결과가 항상 −1에서 1 사이인 것은 아님을 볼 수 있습니다</a:t>
            </a:r>
          </a:p>
          <a:p>
            <a:r>
              <a:t>방 개수에도 그 feature의 평균 2.3과 표준편차 1.4를 따로 사용합니다</a:t>
            </a:r>
          </a:p>
          <a:p>
            <a:r>
              <a:t>집의 크기와 방 개수에 같은 평균이나 같은 표준편차를 사용하는 것이 아닙니다</a:t>
            </a:r>
          </a:p>
          <a:p>
            <a:r>
              <a:t>이렇게 바꾸면 각 값이 자기 feature의 평균에서 얼마나 떨어져 있는지 비슷한 기준으로 비교할 수 있습니다</a:t>
            </a:r>
          </a:p>
          <a:p>
            <a:r>
              <a:t>이 변환을 했다고 데이터 분포 자체가 자동으로 종 모양이 되는 것은 아닙니다</a:t>
            </a:r>
          </a:p>
          <a:p>
            <a:r>
              <a:t>학습 데이터에서 구한 평균과 표준편차를 저장해 두고, 새로운 입력에도 그대로 적용해야 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Feature Scaling의 목표는 모든 입력을 정확히 정해진 구간에 가두는 것이 아닙니다</a:t>
            </a:r>
          </a:p>
          <a:p>
            <a:r>
              <a:t>대략 비슷한 크기라면 범위가 −1에서 1이든, −3에서 3이든 충분히 사용할 수 있습니다</a:t>
            </a:r>
          </a:p>
          <a:p>
            <a:r>
              <a:t>반면 어떤 입력은 수백이고 다른 입력은 0.001 정도라면 크기 차이가 매우 큽니다</a:t>
            </a:r>
          </a:p>
          <a:p>
            <a:r>
              <a:t>이럴 때는 Scaling을 적용할 이유가 분명합니다</a:t>
            </a:r>
          </a:p>
          <a:p>
            <a:r>
              <a:t>체온처럼 값의 차이는 작아도 전체 숫자가 100 근처에 모여 있는 경우도 있습니다</a:t>
            </a:r>
          </a:p>
          <a:p>
            <a:r>
              <a:t>이때는 평균을 빼서 중심을 옮기는 것이 도움이 될 수 있습니다</a:t>
            </a:r>
          </a:p>
          <a:p>
            <a:r>
              <a:t>어떤 방법이든 feature마다 따로 기준을 구하고, 학습과 예측에서 같은 기준을 사용하는 것이 중요합니다</a:t>
            </a:r>
          </a:p>
          <a:p>
            <a:r>
              <a:t>이미 비슷한 범위인 입력에까지 특정 공식을 무조건 적용해야 한다고 외울 필요는 없습니다</a:t>
            </a:r>
          </a:p>
          <a:p>
            <a:r>
              <a:t>입력의 실제 숫자를 먼저 살펴보고, Gradient Descent가 편하게 계산할 수 있는 크기인지 판단하면 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이제 학습이 잘 진행되는지 확인하는 방법을 보겠습니다</a:t>
            </a:r>
          </a:p>
          <a:p>
            <a:r>
              <a:t>Gradient Descent를 실행했다는 사실만으로 원하는 결과를 얻었다고 판단할 수는 없습니다</a:t>
            </a:r>
          </a:p>
          <a:p>
            <a:r>
              <a:t>반복할 때마다 Cost가 어떻게 변하는지 기록하면 학습 상태를 확인할 수 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화면의 식은 우리가 계속 사용한 Gradient Descent의 갱신식입니다</a:t>
            </a:r>
          </a:p>
          <a:p>
            <a:r>
              <a:t>현재 parameter에서 미분값을 구하고, Learning Rate α를 곱해 뺍니다</a:t>
            </a:r>
          </a:p>
          <a:p>
            <a:r>
              <a:t>이 작업을 모든 가중치와 b에 적용한 것이 한 번의 갱신입니다</a:t>
            </a:r>
          </a:p>
          <a:p>
            <a:r>
              <a:t>그다음 새 parameter로 전체 학습 데이터의 Cost를 계산할 수 있습니다</a:t>
            </a:r>
          </a:p>
          <a:p>
            <a:r>
              <a:t>이 Cost를 기록하고, 다시 갱신하고, 다시 Cost를 기록하는 과정을 반복하겠습니다</a:t>
            </a:r>
          </a:p>
          <a:p>
            <a:r>
              <a:t>그러면 학습이 진행될수록 예측 오차가 줄고 있는지 숫자로 볼 수 있습니다</a:t>
            </a:r>
          </a:p>
          <a:p>
            <a:r>
              <a:t>특히 α가 적절한지는 갱신식만 보고 확신하기보다, 실제 Cost의 변화를 함께 확인하는 것이 좋습니다</a:t>
            </a:r>
          </a:p>
          <a:p>
            <a:r>
              <a:t>다음 그래프는 바로 이 기록을 시간 순서대로 그린 것입니다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이번 그래프의 가로축은 w가 아니라 Gradient Descent를 반복한 횟수입니다</a:t>
            </a:r>
          </a:p>
          <a:p>
            <a:r>
              <a:t>세로축은 각 반복에서 계산한 Cost J입니다</a:t>
            </a:r>
          </a:p>
          <a:p>
            <a:r>
              <a:t>앞서 본 J(w) 그래프가 parameter에 따른 지형이라면, 이 그래프는 학습하면서 지나온 Cost의 기록입니다</a:t>
            </a:r>
          </a:p>
          <a:p>
            <a:r>
              <a:t>처음에는 Cost가 빠르게 줄다가, 반복이 진행되면서 감소 폭이 작아집니다</a:t>
            </a:r>
          </a:p>
          <a:p>
            <a:r>
              <a:t>적절한 Learning Rate를 쓰는 Batch Gradient Descent라면 이런 감소 추세를 기대할 수 있습니다</a:t>
            </a:r>
          </a:p>
          <a:p>
            <a:r>
              <a:t>슬라이드의 자동 종료 방법은 한 번 갱신했을 때 Cost가 줄어드는 양이 아주 작아지면 멈추는 방식입니다</a:t>
            </a:r>
          </a:p>
          <a:p>
            <a:r>
              <a:t>예를 들어 감소량이 0.001보다 작은지를 검사할 수 있지만, 적절한 기준은 Cost의 크기와 문제에 따라 달라집니다</a:t>
            </a:r>
          </a:p>
          <a:p>
            <a:r>
              <a:t>Learning Rate가 너무 작아도 Cost가 거의 안 변할 수 있으므로, 평평해졌다는 이유만으로 항상 좋은 해에 도달했다고 결론내리면 안 됩니다</a:t>
            </a:r>
          </a:p>
          <a:p>
            <a:r>
              <a:t>얼마나 줄었는지, 최종 값이 어떤지, 충분히 반복했는지를 함께 봐야 합니다</a:t>
            </a:r>
          </a:p>
          <a:p>
            <a:r>
              <a:t>또한 이 그래프는 학습 데이터에 얼마나 잘 맞는지를 보여 주며, 새로운 데이터에서도 잘 맞는지는 별도로 확인해야 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Learning Rate는 한 번의 갱신에서 미분값을 얼마나 크게 반영할지 정합니다</a:t>
            </a:r>
          </a:p>
          <a:p>
            <a:r>
              <a:t>너무 크면 안정적으로 내려가지 못하고, 너무 작으면 학습이 오래 걸립니다</a:t>
            </a:r>
          </a:p>
          <a:p>
            <a:r>
              <a:t>이제 Cost 그래프를 보면서 적절한 값을 찾는 방법을 살펴보겠습니다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왼쪽처럼 Cost가 반복할수록 커지거나 크게 오르내리면 학습이 잘 진행되는 상태가 아닙니다</a:t>
            </a:r>
          </a:p>
          <a:p>
            <a:r>
              <a:t>오른쪽 그림에서는 한 번의 이동이 너무 커서 최저점을 건너뛰고 반대편으로 넘어갑니다</a:t>
            </a:r>
          </a:p>
          <a:p>
            <a:r>
              <a:t>다음 이동도 너무 크면 양쪽을 오가며 더 멀어질 수 있습니다</a:t>
            </a:r>
          </a:p>
          <a:p>
            <a:r>
              <a:t>이런 경우에는 Learning Rate를 줄여 볼 수 있습니다</a:t>
            </a:r>
          </a:p>
          <a:p>
            <a:r>
              <a:t>다만 Cost가 증가하는 이유가 언제나 Learning Rate 하나뿐인 것은 아닙니다</a:t>
            </a:r>
          </a:p>
          <a:p>
            <a:r>
              <a:t>갱신식에서 빼야 할 값을 더했거나, 미분식을 잘못 구현했을 수도 있습니다</a:t>
            </a:r>
          </a:p>
          <a:p>
            <a:r>
              <a:t>아주 작은 Learning Rate에서도 기대한 방향으로 Cost가 줄지 않는다면 코드와 계산을 점검해야 합니다</a:t>
            </a:r>
          </a:p>
          <a:p>
            <a:r>
              <a:t>작은 값을 사용해 감소 여부를 확인하는 것은 진단 방법이지, 최종적으로 가장 작은 값만 쓰라는 뜻은 아닙니다</a:t>
            </a:r>
          </a:p>
          <a:p>
            <a:r>
              <a:t>여기서는 매번 전체 학습 데이터를 사용하는 Batch Gradient Descent를 기준으로 그래프를 해석하고 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Learning Rate를 고를 때는 0.001, 0.003, 0.01, 0.03처럼 약 세 배씩 늘려 가며 시험할 수 있습니다</a:t>
            </a:r>
          </a:p>
          <a:p>
            <a:r>
              <a:t>아주 촘촘한 간격으로 모든 값을 시도하기보다, 먼저 넓은 범위에서 대략적인 크기를 찾는 겁니다</a:t>
            </a:r>
          </a:p>
          <a:p>
            <a:r>
              <a:t>각 후보를 비교할 때는 데이터와 시작 parameter, 반복 횟수를 같게 두는 것이 좋습니다</a:t>
            </a:r>
          </a:p>
          <a:p>
            <a:r>
              <a:t>그 상태에서 Cost가 안정적으로 감소하는지, 같은 횟수 안에 얼마나 빨리 줄어드는지 봅니다</a:t>
            </a:r>
          </a:p>
          <a:p>
            <a:r>
              <a:t>아주 작은 α는 안정적이지만 그래프가 천천히 내려갈 수 있습니다</a:t>
            </a:r>
          </a:p>
          <a:p>
            <a:r>
              <a:t>큰 α는 빠르게 내려가다가 불안정해지거나 처음부터 Cost를 키울 수 있습니다</a:t>
            </a:r>
          </a:p>
          <a:p>
            <a:r>
              <a:t>우리는 감소가 안정적이면서도 충분히 빠른 값을 찾고 있습니다</a:t>
            </a:r>
          </a:p>
          <a:p>
            <a:r>
              <a:t>숫자 하나를 모든 문제의 정답으로 외우기보다, Cost 그래프를 근거로 선택하는 습관을 들이면 됩니다</a:t>
            </a:r>
          </a:p>
          <a:p>
            <a:r>
              <a:t>Feature Scaling을 바꾸면 적절한 Learning Rate도 달라질 수 있다는 점을 함께 기억하시면 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지금까지는 주어진 feature를 그대로 사용했습니다</a:t>
            </a:r>
          </a:p>
          <a:p>
            <a:r>
              <a:t>그런데 원래 입력을 조합해 새 feature를 만들면 모델이 더 유용한 관계를 표현할 수 있습니다</a:t>
            </a:r>
          </a:p>
          <a:p>
            <a:r>
              <a:t>이를 Feature Engineering이라고 하며, 어떤 숫자를 모델에 보여 줄지 설계하는 과정입니다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예에서는 땅의 앞쪽 너비와 깊이가 입력으로 주어집니다</a:t>
            </a:r>
          </a:p>
          <a:p>
            <a:r>
              <a:t>처음에는 너비 x₁과 깊이 x₂에 각각 가중치를 곱해 가격을 예측할 수 있습니다</a:t>
            </a:r>
          </a:p>
          <a:p>
            <a:r>
              <a:t>그런데 같은 깊이라도 땅이 넓어질수록 추가되는 면적이 달라집니다</a:t>
            </a:r>
          </a:p>
          <a:p>
            <a:r>
              <a:t>너비와 깊이의 효과를 단순히 더하는 것만으로는 이런 관계를 충분히 표현하기 어려울 수 있습니다</a:t>
            </a:r>
          </a:p>
          <a:p>
            <a:r>
              <a:t>그래서 x₃ = x₁ × x₂라는 새 feature를 만들면 땅의 면적을 입력으로 줄 수 있습니다</a:t>
            </a:r>
          </a:p>
          <a:p>
            <a:r>
              <a:t>면적이라는 숫자를 정답 가격에서 가져오는 것이 아니라, 이미 주어진 입력 두 개로 계산하는 겁니다</a:t>
            </a:r>
          </a:p>
          <a:p>
            <a:r>
              <a:t>모델은 너비, 깊이, 면적을 함께 사용하고 각각에 붙는 가중치를 학습할 수 있습니다</a:t>
            </a:r>
          </a:p>
          <a:p>
            <a:r>
              <a:t>사람은 면적이 도움이 될 수 있다는 표현을 제안하고, 데이터는 그 표현을 얼마나 반영할지 정하게 됩니다</a:t>
            </a:r>
          </a:p>
          <a:p>
            <a:r>
              <a:t>새 feature를 추가했다고 무조건 예측이 좋아지는 것은 아니므로 실제 성능도 확인해야 합니다</a:t>
            </a:r>
          </a:p>
          <a:p>
            <a:r>
              <a:t>핵심은 같은 원자료라도 어떤 숫자로 표현해서 보여 주느냐에 따라 모델이 배우기 쉬운 관계가 달라진다는 점입니다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Feature Engineering을 이용하면 Linear Regression으로 곡선 관계도 표현할 수 있습니다</a:t>
            </a:r>
          </a:p>
          <a:p>
            <a:r>
              <a:t>입력 x 자체뿐 아니라 x²이나 x³을 새로운 feature로 만드는 방법입니다</a:t>
            </a:r>
          </a:p>
          <a:p>
            <a:r>
              <a:t>이렇게 다항식 항을 사용한 모델을 Polynomial Regression이라고 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집 크기와 가격의 관계가 직선 하나로 잘 맞지 않는다고 해 보겠습니다</a:t>
            </a:r>
          </a:p>
          <a:p>
            <a:r>
              <a:t>x²을 추가하면 f(x) = w₁x + w₂x² + b처럼 곡선을 만들 수 있습니다</a:t>
            </a:r>
          </a:p>
          <a:p>
            <a:r>
              <a:t>슬라이드의 이차 곡선은 어느 지점 이후 가격이 내려가는 모양인데, 우리가 기대하는 관계와 맞지 않을 수 있습니다</a:t>
            </a:r>
          </a:p>
          <a:p>
            <a:r>
              <a:t>여기에 x³을 추가하면 더 다양한 곡선 모양을 표현할 수 있습니다</a:t>
            </a:r>
          </a:p>
          <a:p>
            <a:r>
              <a:t>이때 x²과 x³은 각각 독립적인 feature처럼 계산해서 모델에 넣습니다</a:t>
            </a:r>
          </a:p>
          <a:p>
            <a:r>
              <a:t>Linear Regression이라는 이름이 붙는 이유는 가중치 w들이 서로 곱해지거나 제곱되는 것이 아니라, 각 feature에 선형으로 곱해져 더해지기 때문입니다</a:t>
            </a:r>
          </a:p>
          <a:p>
            <a:r>
              <a:t>따라서 입력 x에 대해서는 곡선이어도, 배운 가중치 갱신 방법을 사용할 수 있습니다</a:t>
            </a:r>
          </a:p>
          <a:p>
            <a:r>
              <a:t>크기 x가 1000이면 x²은 100만이고 x³은 10억이므로 feature 사이의 크기 차이는 더 커집니다</a:t>
            </a:r>
          </a:p>
          <a:p>
            <a:r>
              <a:t>이런 입력을 만들었다면 Feature Scaling도 특히 중요해집니다</a:t>
            </a:r>
          </a:p>
          <a:p>
            <a:r>
              <a:t>또한 항을 더 많이 넣을수록 항상 좋은 모델이 되는 것은 아니며, 너무 복잡해지는 문제는 다음 주에 다루겠습니다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새 feature는 꼭 제곱이나 세제곱일 필요는 없습니다</a:t>
            </a:r>
          </a:p>
          <a:p>
            <a:r>
              <a:t>예를 들어 √x를 사용하면 x가 커질수록 증가 폭이 줄어드는 관계를 표현하는 데 도움을 줄 수 있습니다</a:t>
            </a:r>
          </a:p>
          <a:p>
            <a:r>
              <a:t>√x 자체는 계속 증가하지만 점점 완만해지는 곡선입니다</a:t>
            </a:r>
          </a:p>
          <a:p>
            <a:r>
              <a:t>다만 최종 예측의 모양은 다른 항과 각 가중치도 함께 결정하므로, √x를 넣었다고 모델 전체가 무조건 같은 모양이 되는 것은 아닙니다</a:t>
            </a:r>
          </a:p>
          <a:p>
            <a:r>
              <a:t>어떤 표현이 적절한지는 문제에 대한 이해와 실제 데이터에서의 평가를 함께 사용해 판단합니다</a:t>
            </a:r>
          </a:p>
          <a:p>
            <a:r>
              <a:t>이번 주에 배운 방법들은 결국 입력을 잘 표현하고, Cost를 안정적으로 줄이면서 가중치를 학습하는 과정으로 연결됩니다</a:t>
            </a:r>
          </a:p>
          <a:p>
            <a:r>
              <a:t>입력은 여러 개일 수 있고, 원래 값을 변환한 feature일 수도 있지만 학습의 기본 흐름은 같습니다</a:t>
            </a:r>
          </a:p>
          <a:p>
            <a:r>
              <a:t>다음에는 집값처럼 연속적인 숫자 대신, 어떤 범주에 속하는지를 예측하는 Classification으로 넘어가겠습니다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이번 주도 DeepLearning.AI와 Stanford Online의 강의 자료를 바탕으로 진행하겠습니다</a:t>
            </a:r>
          </a:p>
          <a:p>
            <a:r>
              <a:t>숫자 값을 예측하던 모델에서 출발해, 범주를 구분하는 모델과 Overfitting을 차례로 살펴보겠습니다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지금까지는 집값처럼 연속적인 숫자를 예측했습니다</a:t>
            </a:r>
          </a:p>
          <a:p>
            <a:r>
              <a:t>이번에는 메일이 스팸인지, 거래가 정상인지처럼 몇 가지 범주 중 하나를 맞히는 문제로 넘어가겠습니다</a:t>
            </a:r>
          </a:p>
          <a:p>
            <a:r>
              <a:t>먼저 익숙한 Linear Regression을 그대로 사용하면 어떤 문제가 생기는지 보겠습니다</a:t>
            </a:r>
          </a:p>
          <a:p>
            <a:r>
              <a:t>이 한계를 이해하면 다음에 배울 Logistic Regression이 왜 필요한지 자연스럽게 연결됩니다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스팸 여부나 부정 거래 여부처럼 답이 두 범주인 문제를 Binary Classification이라고 합니다</a:t>
            </a:r>
          </a:p>
          <a:p>
            <a:r>
              <a:t>컴퓨터가 다루기 쉽게 두 범주를 보통 0과 1로 표시합니다</a:t>
            </a:r>
          </a:p>
          <a:p>
            <a:r>
              <a:t>예를 들어 스팸이면 1, 스팸이 아니면 0이라고 정할 수 있습니다</a:t>
            </a:r>
          </a:p>
          <a:p>
            <a:r>
              <a:t>종양 예시에서는 악성이면 1, 악성이 아니면 0으로 표시합니다</a:t>
            </a:r>
          </a:p>
          <a:p>
            <a:r>
              <a:t>관례적으로 0을 Negative Class, 1을 Positive Class라고 부릅니다</a:t>
            </a:r>
          </a:p>
          <a:p>
            <a:r>
              <a:t>여기서 Positive는 좋은 결과라는 뜻이 아니라, 우리가 표시하기로 한 속성이 있다는 뜻입니다</a:t>
            </a:r>
          </a:p>
          <a:p>
            <a:r>
              <a:t>스팸이나 질병도 문제에서 찾으려는 대상이면 Positive Class가 될 수 있습니다</a:t>
            </a:r>
          </a:p>
          <a:p>
            <a:r>
              <a:t>0과 1이라는 숫자는 범주의 이름을 표현하는 Label이며, 아직 확률을 뜻하는 것은 아닙니다</a:t>
            </a:r>
          </a:p>
          <a:p>
            <a:r>
              <a:t>우리가 만들 모델은 새 입력을 보고 이 두 범주를 구별할 수 있어야 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위쪽 그래프에서 가로축은 종양 크기이고, 세로축은 실제 Label입니다</a:t>
            </a:r>
          </a:p>
          <a:p>
            <a:r>
              <a:t>악성이 아닌 예시는 y = 0에, 악성인 예시는 y = 1에 놓여 있습니다</a:t>
            </a:r>
          </a:p>
          <a:p>
            <a:r>
              <a:t>세로축에 가능한 정답이 두 개뿐이라는 점이 집값 그래프와 다릅니다</a:t>
            </a:r>
          </a:p>
          <a:p>
            <a:r>
              <a:t>아래쪽 그림은 같은 데이터를 원과 십자로 구분해 한 줄에 표시한 것입니다</a:t>
            </a:r>
          </a:p>
          <a:p>
            <a:r>
              <a:t>아래쪽의 점들이 모두 같은 높이에 있다고 해서 정답도 같다는 뜻은 아닙니다</a:t>
            </a:r>
          </a:p>
          <a:p>
            <a:r>
              <a:t>이 그림에서는 세로 위치 대신 점의 모양이 범주를 알려 줍니다</a:t>
            </a:r>
          </a:p>
          <a:p>
            <a:r>
              <a:t>어느 표현을 쓰든 입력은 크기이고, 맞혀야 할 것은 크기에 해당하는 범주입니다</a:t>
            </a:r>
          </a:p>
          <a:p>
            <a:r>
              <a:t>이제 새 종양의 크기가 주어졌을 때 어느 쪽 Label을 예측할지 정하는 규칙이 필요합니다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처음에는 이 데이터에도 직선을 맞추면 되지 않을까 생각할 수 있습니다</a:t>
            </a:r>
          </a:p>
          <a:p>
            <a:r>
              <a:t>직선의 출력이 0.5 이상이면 1, 그보다 작으면 0이라고 정해 보겠습니다</a:t>
            </a:r>
          </a:p>
          <a:p>
            <a:r>
              <a:t>그러면 직선이 높이 0.5를 통과하는 위치가 두 범주를 나누는 기준이 됩니다</a:t>
            </a:r>
          </a:p>
          <a:p>
            <a:r>
              <a:t>처음 그림에서는 이 기준으로 데이터가 제법 잘 나뉘는 것처럼 보입니다</a:t>
            </a:r>
          </a:p>
          <a:p>
            <a:r>
              <a:t>그런데 오른쪽 멀리 악성 예시 하나를 추가하면 어떤 일이 생길까요?</a:t>
            </a:r>
          </a:p>
          <a:p>
            <a:r>
              <a:t>Linear Regression은 새 점까지 포함해 제곱 오차를 줄이려 하므로 직선의 기울기와 위치가 바뀝니다</a:t>
            </a:r>
          </a:p>
          <a:p>
            <a:r>
              <a:t>그 결과 높이 0.5를 만나는 위치도 이동해, 이전에는 잘 구분하던 점을 잘못 분류할 수 있습니다</a:t>
            </a:r>
          </a:p>
          <a:p>
            <a:r>
              <a:t>추가된 점은 기존 악성 사례보다 더 오른쪽에 있을 뿐인데, 이미 잘 나누던 경계가 흔들린 것입니다</a:t>
            </a:r>
          </a:p>
          <a:p>
            <a:r>
              <a:t>또한 직선의 출력은 0보다 작거나 1보다 커질 수 있어서 그대로 확률이라고 해석하기 어렵습니다</a:t>
            </a:r>
          </a:p>
          <a:p>
            <a:r>
              <a:t>그래서 Classification에 맞는 출력 형태와 학습 기준을 사용하겠습니다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이제 Logistic Regression을 소개하겠습니다</a:t>
            </a:r>
          </a:p>
          <a:p>
            <a:r>
              <a:t>이름에 Regression이 들어가지만, 지금 배우는 용도는 Binary Classification입니다</a:t>
            </a:r>
          </a:p>
          <a:p>
            <a:r>
              <a:t>기존의 w · x + b 계산 뒤에 변환을 하나 붙여, 결과를 0과 1 사이의 확률로 해석하도록 만듭니다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오른쪽 S자 곡선이 Sigmoid Function입니다</a:t>
            </a:r>
          </a:p>
          <a:p>
            <a:r>
              <a:t>입력을 z라고 쓰면 출력은 g(z) = 1 / (1 + e^(−z))로 계산합니다</a:t>
            </a:r>
          </a:p>
          <a:p>
            <a:r>
              <a:t>z에 어떤 실수를 넣어도 출력은 0과 1 사이에 있습니다</a:t>
            </a:r>
          </a:p>
          <a:p>
            <a:r>
              <a:t>z가 큰 양수이면 출력은 1에 가까워지고, 큰 음수이면 0에 가까워집니다</a:t>
            </a:r>
          </a:p>
          <a:p>
            <a:r>
              <a:t>가운데 z = 0에서는 e⁰ = 1이므로 출력이 1 / 2, 즉 0.5입니다</a:t>
            </a:r>
          </a:p>
          <a:p>
            <a:r>
              <a:t>출력이 갑자기 0에서 1로 뛰는 계단이 아니라 부드럽게 바뀌는 곡선이라는 점도 보시면 좋겠습니다</a:t>
            </a:r>
          </a:p>
          <a:p>
            <a:r>
              <a:t>왼쪽 데이터 그림의 가로축 x는 종양 크기이고, 오른쪽 Sigmoid의 가로축 z는 변환에 넣는 점수입니다</a:t>
            </a:r>
          </a:p>
          <a:p>
            <a:r>
              <a:t>두 그래프의 가로축을 같은 것으로 읽으면 계산 과정이 헷갈릴 수 있습니다</a:t>
            </a:r>
          </a:p>
          <a:p>
            <a:r>
              <a:t>다음 장에서는 원래 입력 x에서 어떻게 점수 z를 만들고, 이 곡선에 넣는지 연결하겠습니다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Logistic Regression의 계산은 두 단계로 나누면 이해하기 쉽습니다</a:t>
            </a:r>
          </a:p>
          <a:p>
            <a:r>
              <a:t>먼저 z = w · x + b로 입력을 하나의 점수로 합칩니다</a:t>
            </a:r>
          </a:p>
          <a:p>
            <a:r>
              <a:t>이 단계는 Linear Regression에서 했던 계산과 같습니다</a:t>
            </a:r>
          </a:p>
          <a:p>
            <a:r>
              <a:t>그다음 점수 z를 Sigmoid에 넣어 f(x) = g(z)를 계산합니다</a:t>
            </a:r>
          </a:p>
          <a:p>
            <a:r>
              <a:t>예를 들어 첫 계산 결과가 0이면 최종 출력은 0.5입니다</a:t>
            </a:r>
          </a:p>
          <a:p>
            <a:r>
              <a:t>점수가 2이면 출력은 약 0.88이고, −2이면 약 0.12입니다</a:t>
            </a:r>
          </a:p>
          <a:p>
            <a:r>
              <a:t>점수가 커질수록 모델이 y = 1 쪽에 더 높은 확률을 주는 구조입니다</a:t>
            </a:r>
          </a:p>
          <a:p>
            <a:r>
              <a:t>식의 e는 약 2.718인 수학 상수이고, 지수에는 점수 z 전체의 음수가 들어갑니다</a:t>
            </a:r>
          </a:p>
          <a:p>
            <a:r>
              <a:t>따라서 코드를 작성할 때에도 −(w · x + b)에서 괄호의 범위를 잘 확인해야 합니다</a:t>
            </a:r>
          </a:p>
          <a:p>
            <a:r>
              <a:t>이제 w와 b를 바꾸면 점수도 달라지고, 그 결과 예측 확률도 달라집니다</a:t>
            </a:r>
          </a:p>
          <a:p>
            <a:r>
              <a:t>학습할 대상은 여전히 w와 b이며, Sigmoid의 공식을 매번 새로 고르는 것은 아닙니다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 모델이 어떤 입력에 대해 0.7을 출력했다고 해 보겠습니다</a:t>
            </a:r>
          </a:p>
          <a:p>
            <a:r>
              <a:t>이는 현재 모델이 그 입력의 Label이 1일 확률을 70%로 예측했다는 뜻입니다</a:t>
            </a:r>
          </a:p>
          <a:p>
            <a:r>
              <a:t>실제 Label이 0.7이라는 뜻은 아니며, 실제 답은 여전히 0 또는 1입니다</a:t>
            </a:r>
          </a:p>
          <a:p>
            <a:r>
              <a:t>또한 전체 데이터에서 70%를 맞혔다는 Accuracy를 말하는 것도 아닙니다</a:t>
            </a:r>
          </a:p>
          <a:p>
            <a:r>
              <a:t>우리는 지금 특정 입력 하나에 대한 예측 확률을 보고 있습니다</a:t>
            </a:r>
          </a:p>
          <a:p>
            <a:r>
              <a:t>두 범주만 있으므로 y = 0일 확률은 1 − 0.7 = 0.3으로 계산됩니다</a:t>
            </a:r>
          </a:p>
          <a:p>
            <a:r>
              <a:t>오른쪽 P(y = 1 | x; w, b)는 입력 x가 주어졌을 때 현재 w와 b로 계산한 y = 1의 확률이라는 표기입니다</a:t>
            </a:r>
          </a:p>
          <a:p>
            <a:r>
              <a:t>세로 막대 뒤의 x는 어떤 입력을 조건으로 보고 있는지 알려 줍니다</a:t>
            </a:r>
          </a:p>
          <a:p>
            <a:r>
              <a:t>확률이 높다는 것은 모델이 그 범주를 더 가능성 높게 본다는 뜻이며, 아직 0이나 1 중 하나를 최종 선택한 것은 아닙니다</a:t>
            </a:r>
          </a:p>
          <a:p>
            <a:r>
              <a:t>그 선택 규칙을 다음 단계에서 붙이겠습니다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모델은 확률을 내놓지만, 실제로는 0과 1 중 하나를 정해야 할 때가 있습니다</a:t>
            </a:r>
          </a:p>
          <a:p>
            <a:r>
              <a:t>확률에 기준값을 적용하면 입력 공간을 두 영역으로 나눌 수 있습니다</a:t>
            </a:r>
          </a:p>
          <a:p>
            <a:r>
              <a:t>두 영역의 경계가 Decision Boundary입니다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여기서는 예측 확률이 0.5 이상이면 1, 0.5보다 작으면 0이라고 정하겠습니다</a:t>
            </a:r>
          </a:p>
          <a:p>
            <a:r>
              <a:t>Sigmoid는 z = 0에서 정확히 0.5를 지나고, z가 증가하면 출력도 증가합니다</a:t>
            </a:r>
          </a:p>
          <a:p>
            <a:r>
              <a:t>따라서 확률이 0.5 이상인지 확인하는 것은 z가 0 이상인지 확인하는 것과 같습니다</a:t>
            </a:r>
          </a:p>
          <a:p>
            <a:r>
              <a:t>z = w · x + b이므로 w · x + b ≥ 0인 영역에서는 1을 예측합니다</a:t>
            </a:r>
          </a:p>
          <a:p>
            <a:r>
              <a:t>반대로 그 값이 음수인 영역에서는 0을 예측합니다</a:t>
            </a:r>
          </a:p>
          <a:p>
            <a:r>
              <a:t>두 판단이 바뀌는 경계는 w · x + b = 0입니다</a:t>
            </a:r>
          </a:p>
          <a:p>
            <a:r>
              <a:t>슬라이드에 적힌 0.7과 0.3도 이런 규칙을 적용하면 각각 1과 0이라는 최종 예측으로 바뀝니다</a:t>
            </a:r>
          </a:p>
          <a:p>
            <a:r>
              <a:t>확률을 계산하는 단계와 그 확률을 기준값으로 잘라 Label을 정하는 단계를 구분하시면 됩니다</a:t>
            </a:r>
          </a:p>
          <a:p>
            <a:r>
              <a:t>여기서는 0.5를 사용하지만, 목적에 따라 다른 기준값을 선택할 수도 있습니다</a:t>
            </a:r>
          </a:p>
          <a:p>
            <a:r>
              <a:t>다음 그림들은 0.5를 기준으로 했을 때의 경계를 보여 줍니다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이번에는 입력이 x₁과 x₂ 두 개이고, 가중치는 각각 1, b는 −3입니다</a:t>
            </a:r>
          </a:p>
          <a:p>
            <a:r>
              <a:t>그러면 Sigmoid에 들어가는 점수는 z = x₁ + x₂ − 3이 됩니다</a:t>
            </a:r>
          </a:p>
          <a:p>
            <a:r>
              <a:t>Decision Boundary는 z = 0이므로 x₁ + x₂ = 3인 직선입니다</a:t>
            </a:r>
          </a:p>
          <a:p>
            <a:r>
              <a:t>x₁ = 0일 때 x₂ = 3이고, x₂ = 0일 때 x₁ = 3이므로 두 절편을 연결해 그릴 수 있습니다</a:t>
            </a:r>
          </a:p>
          <a:p>
            <a:r>
              <a:t>예를 들어 입력이 (2, 2)이면 z = 1로 양수이므로 1을 예측합니다</a:t>
            </a:r>
          </a:p>
          <a:p>
            <a:r>
              <a:t>입력이 (1, 1)이면 z = −1로 음수이므로 0을 예측합니다</a:t>
            </a:r>
          </a:p>
          <a:p>
            <a:r>
              <a:t>직선 위에서는 확률이 정확히 0.5이며, 앞에서 정한 이상이라는 규칙에 따라 1로 분류합니다</a:t>
            </a:r>
          </a:p>
          <a:p>
            <a:r>
              <a:t>이 그림의 축은 parameter w₁, w₂가 아니라 입력 x₁, x₂입니다</a:t>
            </a:r>
          </a:p>
          <a:p>
            <a:r>
              <a:t>즉 어떤 parameter가 좋은지 그린 Cost 그래프가 아니라, 현재 모델이 어떤 입력을 어느 범주로 분류하는지 보여 줍니다</a:t>
            </a:r>
          </a:p>
          <a:p>
            <a:r>
              <a:t>w와 b를 바꾸면 이 경계의 기울기나 위치도 달라집니다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Decision Boundary가 항상 직선일 필요는 없습니다</a:t>
            </a:r>
          </a:p>
          <a:p>
            <a:r>
              <a:t>앞에서 배운 것처럼 x₁²과 x₂²을 새로운 feature로 사용해 보겠습니다</a:t>
            </a:r>
          </a:p>
          <a:p>
            <a:r>
              <a:t>가중치를 각각 1, b를 −1로 두면 점수는 z = x₁² + x₂² − 1입니다</a:t>
            </a:r>
          </a:p>
          <a:p>
            <a:r>
              <a:t>경계에서는 z = 0이므로 x₁² + x₂² = 1이 됩니다</a:t>
            </a:r>
          </a:p>
          <a:p>
            <a:r>
              <a:t>이 식은 원점을 중심으로 하고 반지름이 1인 원을 나타냅니다</a:t>
            </a:r>
          </a:p>
          <a:p>
            <a:r>
              <a:t>원 안에서는 두 제곱의 합이 1보다 작아 z가 음수이므로 0을 예측합니다</a:t>
            </a:r>
          </a:p>
          <a:p>
            <a:r>
              <a:t>원 밖에서는 z가 양수이므로 1을 예측합니다</a:t>
            </a:r>
          </a:p>
          <a:p>
            <a:r>
              <a:t>예를 들어 (0, 0)은 안쪽이어서 0, (2, 0)은 바깥쪽이어서 1입니다</a:t>
            </a:r>
          </a:p>
          <a:p>
            <a:r>
              <a:t>Sigmoid의 공식은 그대로인데, 그 전에 계산하는 feature를 바꾸자 경계가 원이 됐습니다</a:t>
            </a:r>
          </a:p>
          <a:p>
            <a:r>
              <a:t>이것이 Feature Engineering과 Classification이 연결되는 지점입니다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제곱 항이나 x₁x₂처럼 두 입력을 곱한 항을 추가하면 더 다양한 경계를 만들 수 있습니다</a:t>
            </a:r>
          </a:p>
          <a:p>
            <a:r>
              <a:t>슬라이드의 위쪽 필기는 타원 모양을, 아래쪽 필기는 더 복잡한 닫힌 경계의 예를 보여 줍니다</a:t>
            </a:r>
          </a:p>
          <a:p>
            <a:r>
              <a:t>어떤 모양이 되는지는 선택한 feature와 학습한 가중치에 따라 달라집니다</a:t>
            </a:r>
          </a:p>
          <a:p>
            <a:r>
              <a:t>경계를 찾는 원리는 여전히 Sigmoid에 넣는 점수가 0이 되는 입력을 모으는 것입니다</a:t>
            </a:r>
          </a:p>
          <a:p>
            <a:r>
              <a:t>여기서 Sigmoid 자체의 S자 곡선과 입력 공간의 Decision Boundary를 구별해야 합니다</a:t>
            </a:r>
          </a:p>
          <a:p>
            <a:r>
              <a:t>Sigmoid는 점수 하나를 확률로 바꾸는 곡선이고, Decision Boundary는 여러 입력 사이에서 판단이 바뀌는 위치입니다</a:t>
            </a:r>
          </a:p>
          <a:p>
            <a:r>
              <a:t>따라서 Sigmoid를 썼다고 입력 공간의 경계까지 S자여야 하는 것은 아닙니다</a:t>
            </a:r>
          </a:p>
          <a:p>
            <a:r>
              <a:t>다양한 feature를 쓰면 더 복잡한 패턴을 표현할 수 있지만, 복잡할수록 언제나 좋은 것도 아닙니다</a:t>
            </a:r>
          </a:p>
          <a:p>
            <a:r>
              <a:t>우선 이런 경계의 가중치를 어떻게 학습할지 알아본 뒤, 너무 복잡한 모델의 문제를 다루겠습니다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지금까지는 w와 b가 주어졌다고 가정하고 예측과 경계를 살펴봤습니다</a:t>
            </a:r>
          </a:p>
          <a:p>
            <a:r>
              <a:t>이제 데이터로부터 좋은 w와 b를 선택해야 합니다</a:t>
            </a:r>
          </a:p>
          <a:p>
            <a:r>
              <a:t>그러려면 Logistic Regression의 예측을 평가할 Cost Function부터 정해야 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표의 각 행은 하나의 학습 예시이고, 입력에는 종양 크기나 나이 같은 feature들이 들어 있습니다</a:t>
            </a:r>
          </a:p>
          <a:p>
            <a:r>
              <a:t>예시의 수는 m, feature의 수는 n으로 표시합니다</a:t>
            </a:r>
          </a:p>
          <a:p>
            <a:r>
              <a:t>각 행의 정답 y는 악성이면 1, 아니면 0입니다</a:t>
            </a:r>
          </a:p>
          <a:p>
            <a:r>
              <a:t>현재 w와 b를 사용하면 입력마다 0과 1 사이의 예측 확률 f(x)를 계산할 수 있습니다</a:t>
            </a:r>
          </a:p>
          <a:p>
            <a:r>
              <a:t>이 예측이 정답과 얼마나 잘 맞는지 수치로 평가해야 어떤 parameter가 더 좋은지 비교할 수 있습니다</a:t>
            </a:r>
          </a:p>
          <a:p>
            <a:r>
              <a:t>정답이 1인 예시에서는 높은 확률을, 정답이 0인 예시에서는 낮은 확률을 주는 모델을 원합니다</a:t>
            </a:r>
          </a:p>
          <a:p>
            <a:r>
              <a:t>그러나 정답을 몇 개 맞혔는지만 세면, 확률이 조금 좋아지는 변화를 충분히 표현하기 어렵습니다</a:t>
            </a:r>
          </a:p>
          <a:p>
            <a:r>
              <a:t>예를 들어 정답이 1일 때 0.1에서 0.4로 올라간 것은 아직 기준값 0.5 아래여도 의미 있는 변화입니다</a:t>
            </a:r>
          </a:p>
          <a:p>
            <a:r>
              <a:t>이런 변화까지 반영할 수 있도록 확률 자체를 평가하는 함수를 만들겠습니다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먼저 Linear Regression에서 사용한 MSE 형태를 그대로 적용할 수 있지 않을까 생각할 수 있습니다</a:t>
            </a:r>
          </a:p>
          <a:p>
            <a:r>
              <a:t>예측 확률과 정답의 차이를 제곱하는 계산 자체는 가능합니다</a:t>
            </a:r>
          </a:p>
          <a:p>
            <a:r>
              <a:t>하지만 예측 함수 안에 Sigmoid가 들어가면, 그 Cost가 parameter에 대해 단순한 그릇 모양이 된다는 보장이 없어집니다</a:t>
            </a:r>
          </a:p>
          <a:p>
            <a:r>
              <a:t>슬라이드의 오른쪽 그림처럼 여러 굴곡이 있는 Nonconvex한 형태가 될 수 있습니다</a:t>
            </a:r>
          </a:p>
          <a:p>
            <a:r>
              <a:t>그러면 Gradient Descent로 좋은 지점을 찾는 과정이 더 까다로워질 수 있습니다</a:t>
            </a:r>
          </a:p>
          <a:p>
            <a:r>
              <a:t>그래서 Logistic Regression에 맞는 다른 함수를 사용하겠습니다</a:t>
            </a:r>
          </a:p>
          <a:p>
            <a:r>
              <a:t>여기서는 먼저 데이터 한 개의 예측을 평가하는 Loss를 정의합니다</a:t>
            </a:r>
          </a:p>
          <a:p>
            <a:r>
              <a:t>그 Loss들을 전체 학습 데이터에 대해 평균낸 것이 Cost J입니다</a:t>
            </a:r>
          </a:p>
          <a:p>
            <a:r>
              <a:t>Loss와 Cost라는 말을 구분해 놓으면 다음 식에서 데이터 한 개를 보는지, 전체를 보는지 이해하기 쉽습니다</a:t>
            </a:r>
          </a:p>
          <a:p>
            <a:r>
              <a:t>정답이 1인 경우부터 시작하겠습니다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정답이 y = 1이면 모델이 주는 확률 p가 1에 가까울수록 좋습니다</a:t>
            </a:r>
          </a:p>
          <a:p>
            <a:r>
              <a:t>이 경우 Loss를 −log(p)로 정합니다</a:t>
            </a:r>
          </a:p>
          <a:p>
            <a:r>
              <a:t>그래프의 가로축은 종양 크기가 아니라 모델이 예측한 확률입니다</a:t>
            </a:r>
          </a:p>
          <a:p>
            <a:r>
              <a:t>p가 1에 가까워지면 log(p)는 0에 가까워져 Loss도 작아집니다</a:t>
            </a:r>
          </a:p>
          <a:p>
            <a:r>
              <a:t>반대로 p가 0에 가까워지면 Loss가 매우 커집니다</a:t>
            </a:r>
          </a:p>
          <a:p>
            <a:r>
              <a:t>실제 정답은 1인데 모델이 1일 가능성을 거의 없다고 본 것이므로 큰 벌점을 주는 겁니다</a:t>
            </a:r>
          </a:p>
          <a:p>
            <a:r>
              <a:t>여기서 log는 자연로그이며, 예를 들어 p = 0.9이면 Loss는 약 0.105입니다</a:t>
            </a:r>
          </a:p>
          <a:p>
            <a:r>
              <a:t>p = 0.5이면 약 0.693, p = 0.1이면 약 2.303으로 커집니다</a:t>
            </a:r>
          </a:p>
          <a:p>
            <a:r>
              <a:t>셋 모두 같은 정답 1을 평가하지만, 틀린 쪽에 더 강한 확신을 보일수록 손해가 큽니다</a:t>
            </a:r>
          </a:p>
          <a:p>
            <a:r>
              <a:t>이 곡선은 정답이 1인 예시에만 적용하는 첫 번째 경우입니다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이번에는 정답이 y = 0인 예시를 보겠습니다</a:t>
            </a:r>
          </a:p>
          <a:p>
            <a:r>
              <a:t>이때는 모델이 예측하는 y = 1의 확률 p가 0에 가까울수록 좋습니다</a:t>
            </a:r>
          </a:p>
          <a:p>
            <a:r>
              <a:t>그래서 Loss를 −log(1 − p)로 정합니다</a:t>
            </a:r>
          </a:p>
          <a:p>
            <a:r>
              <a:t>p가 0에 가까우면 1 − p가 1에 가까워져 Loss가 작아집니다</a:t>
            </a:r>
          </a:p>
          <a:p>
            <a:r>
              <a:t>p가 1에 가까우면 1 − p가 0에 가까워져 Loss가 매우 커집니다</a:t>
            </a:r>
          </a:p>
          <a:p>
            <a:r>
              <a:t>정답이 0인데 1이라고 확신하는 예측에 큰 벌점을 주는 모양입니다</a:t>
            </a:r>
          </a:p>
          <a:p>
            <a:r>
              <a:t>예를 들어 p = 0.1이면 Loss는 약 0.105이지만, p = 0.9이면 약 2.303입니다</a:t>
            </a:r>
          </a:p>
          <a:p>
            <a:r>
              <a:t>앞 장의 y = 1일 때와 좋은 예측의 방향이 반대로 바뀐 것을 볼 수 있습니다</a:t>
            </a:r>
          </a:p>
          <a:p>
            <a:r>
              <a:t>같은 확률 0.9라도 정답이 1이면 좋은 예측이고, 정답이 0이면 나쁜 예측입니다</a:t>
            </a:r>
          </a:p>
          <a:p>
            <a:r>
              <a:t>따라서 Loss를 계산할 때는 예측 확률과 실제 Label을 함께 사용해야 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이제 정답에 따라 두 식 중 하나를 사용하면 됩니다</a:t>
            </a:r>
          </a:p>
          <a:p>
            <a:r>
              <a:t>y = 1이면 −log(p), y = 0이면 −log(1 − p)를 계산합니다</a:t>
            </a:r>
          </a:p>
          <a:p>
            <a:r>
              <a:t>각 학습 예시에 대해 이 Loss를 구하고 전부 더한 뒤 m으로 나누면 Cost가 됩니다</a:t>
            </a:r>
          </a:p>
          <a:p>
            <a:r>
              <a:t>모델은 전체 예시에서 평균적으로 좋은 확률을 내도록 w와 b를 조절합니다</a:t>
            </a:r>
          </a:p>
          <a:p>
            <a:r>
              <a:t>이 Cost를 사용한 표준 Logistic Regression은 정해진 feature에 대해 Convex한 최적화 문제가 됩니다</a:t>
            </a:r>
          </a:p>
          <a:p>
            <a:r>
              <a:t>Linear Regression에서 익숙하게 보았던, 내려갈 방향을 따라 좋은 해를 찾을 수 있는 구조를 얻는 것입니다</a:t>
            </a:r>
          </a:p>
          <a:p>
            <a:r>
              <a:t>슬라이드의 두 Loss 곡선은 한 예시의 확률을 평가하는 그림이고, Convex라는 설명은 parameter에 따른 전체 Cost의 성질입니다</a:t>
            </a:r>
          </a:p>
          <a:p>
            <a:r>
              <a:t>두 그래프가 무엇을 가로축으로 쓰는지 구별하면 혼동을 줄일 수 있습니다</a:t>
            </a:r>
          </a:p>
          <a:p>
            <a:r>
              <a:t>다음에는 정답에 따라 나뉜 두 식을 하나로 합쳐 보겠습니다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지금 Loss는 y가 1일 때와 0일 때의 식으로 나뉘어 있습니다</a:t>
            </a:r>
          </a:p>
          <a:p>
            <a:r>
              <a:t>정답 y가 0 또는 1이라는 사실을 이용하면 두 경우를 한 식에 담을 수 있습니다</a:t>
            </a:r>
          </a:p>
          <a:p>
            <a:r>
              <a:t>처음에는 길어 보이지만, 실제로 값을 넣으면 한쪽 항만 남는 구조입니다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한 식으로 쓴 Loss는 −y log(p) − (1 − y) log(1 − p)입니다</a:t>
            </a:r>
          </a:p>
          <a:p>
            <a:r>
              <a:t>먼저 정답 y = 1을 넣어 보겠습니다</a:t>
            </a:r>
          </a:p>
          <a:p>
            <a:r>
              <a:t>첫 번째 항의 앞에는 1이 곱해지므로 −log(p)가 남습니다</a:t>
            </a:r>
          </a:p>
          <a:p>
            <a:r>
              <a:t>두 번째 항의 앞에는 1 − 1 = 0이 곱해지므로 그 항은 사라집니다</a:t>
            </a:r>
          </a:p>
          <a:p>
            <a:r>
              <a:t>따라서 전체 식은 앞에서 정한 y = 1의 Loss와 같아집니다</a:t>
            </a:r>
          </a:p>
          <a:p>
            <a:r>
              <a:t>y와 1 − y가 각각 두 항을 켜고 끄는 스위치처럼 작동한다고 생각할 수 있습니다</a:t>
            </a:r>
          </a:p>
          <a:p>
            <a:r>
              <a:t>정답이 1이면 첫 번째 스위치만 켜지는 겁니다</a:t>
            </a:r>
          </a:p>
          <a:p>
            <a:r>
              <a:t>여기서 p는 현재 모델이 예측한 확률이고, y는 데이터에 이미 주어진 정답입니다</a:t>
            </a:r>
          </a:p>
          <a:p>
            <a:r>
              <a:t>둘을 같은 값으로 놓는 것이 아니라, 정답을 이용해 예측을 평가하는 식이라는 점을 기억하시면 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이번에는 똑같은 식에 y = 0을 넣겠습니다</a:t>
            </a:r>
          </a:p>
          <a:p>
            <a:r>
              <a:t>첫 번째 항은 앞에 0이 곱해져 사라집니다</a:t>
            </a:r>
          </a:p>
          <a:p>
            <a:r>
              <a:t>두 번째 항은 1 − 0 = 1이므로 −log(1 − p)가 남습니다</a:t>
            </a:r>
          </a:p>
          <a:p>
            <a:r>
              <a:t>따라서 이 경우도 앞에서 정한 y = 0의 Loss와 정확히 같습니다</a:t>
            </a:r>
          </a:p>
          <a:p>
            <a:r>
              <a:t>정답이 바뀌면 예측 확률을 해석하는 모델을 바꾸는 것이 아니라, 그 확률을 평가하는 항이 바뀝니다</a:t>
            </a:r>
          </a:p>
          <a:p>
            <a:r>
              <a:t>예를 들어 모델 출력이 p = 0.8이면 정답 1에서는 −log(0.8), 정답 0에서는 −log(0.2)를 계산합니다</a:t>
            </a:r>
          </a:p>
          <a:p>
            <a:r>
              <a:t>두 번째 값이 훨씬 크므로, 정답 0인 예시에 0.8을 예측한 쪽이 더 큰 벌점을 받습니다</a:t>
            </a:r>
          </a:p>
          <a:p>
            <a:r>
              <a:t>이렇게 두 경우를 한 식에 담으면 전체 데이터를 배열 연산으로 계산하기도 편해집니다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Cost는 방금 만든 Loss를 모든 예시에 적용한 뒤 평균낸 값입니다</a:t>
            </a:r>
          </a:p>
          <a:p>
            <a:r>
              <a:t>Σ의 i는 첫 번째 데이터부터 m번째 데이터까지 하나씩 확인하라는 뜻입니다</a:t>
            </a:r>
          </a:p>
          <a:p>
            <a:r>
              <a:t>각 데이터에서 자기 예측 확률 f(x⁽ⁱ⁾)와 자기 정답 y⁽ⁱ⁾를 같은 괄호 안에 넣어 계산합니다</a:t>
            </a:r>
          </a:p>
          <a:p>
            <a:r>
              <a:t>그래서 식은 −1/m에, y log(p) + (1 − y) log(1 − p)를 모두 더한 형태가 됩니다</a:t>
            </a:r>
          </a:p>
          <a:p>
            <a:r>
              <a:t>여기서는 Linear Regression의 Cost에 있던 1/2를 붙이지 않습니다</a:t>
            </a:r>
          </a:p>
          <a:p>
            <a:r>
              <a:t>이 Loss는 Binary Cross Entropy라고도 부릅니다</a:t>
            </a:r>
          </a:p>
          <a:p>
            <a:r>
              <a:t>직관적으로는 실제로 관찰한 정답에 모델이 높은 확률을 주도록 학습하는 기준입니다</a:t>
            </a:r>
          </a:p>
          <a:p>
            <a:r>
              <a:t>정답이 1이면 p를 높이고 싶고, 정답이 0이면 1 − p를 높이고 싶은 두 요구가 한 식에 들어 있습니다</a:t>
            </a:r>
          </a:p>
          <a:p>
            <a:r>
              <a:t>그렇다고 한 예시의 확률만 잘 맞추는 것이 아니라, 공통의 w와 b로 전체 평균 Loss를 줄여야 합니다</a:t>
            </a:r>
          </a:p>
          <a:p>
            <a:r>
              <a:t>이제 목표가 정해졌으니 Gradient Descent로 parameter를 갱신하겠습니다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Logistic Regression에서도 학습의 기본 도구는 Gradient Descent입니다</a:t>
            </a:r>
          </a:p>
          <a:p>
            <a:r>
              <a:t>현재 parameter로 예측하고, Cost의 미분값을 구한 뒤, Cost가 작아지는 방향으로 갱신합니다</a:t>
            </a:r>
          </a:p>
          <a:p>
            <a:r>
              <a:t>모델과 Cost의 식은 바뀌었지만 학습의 큰 흐름은 그대로입니다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모델의 예측은 f(x) = 1 / (1 + e^(−(w · x + b)))입니다</a:t>
            </a:r>
          </a:p>
          <a:p>
            <a:r>
              <a:t>Cost Function은 이 예측 확률을 정답과 비교한 Loss의 평균입니다</a:t>
            </a:r>
          </a:p>
          <a:p>
            <a:r>
              <a:t>학습에서는 입력과 정답이 함께 주어지므로, 현재 모델이 얼마나 틀렸는지 계산할 수 있습니다</a:t>
            </a:r>
          </a:p>
          <a:p>
            <a:r>
              <a:t>그 정보를 이용해 w와 b를 반복해서 고칩니다</a:t>
            </a:r>
          </a:p>
          <a:p>
            <a:r>
              <a:t>학습이 끝나면 새로운 입력 x에 대해 같은 모델 식으로 확률을 계산합니다</a:t>
            </a:r>
          </a:p>
          <a:p>
            <a:r>
              <a:t>필요하다면 그 확률에 0.5 같은 기준을 적용해 최종 Label을 정합니다</a:t>
            </a:r>
          </a:p>
          <a:p>
            <a:r>
              <a:t>여기서 학습에 사용하는 확률과, 마지막에 보여 주는 0 또는 1의 판단을 구분해야 합니다</a:t>
            </a:r>
          </a:p>
          <a:p>
            <a:r>
              <a:t>Gradient Descent를 계산하기 전에 예측 확률을 0과 1로 잘라 버리면, 우리가 정의한 Cost를 학습하는 계산과 달라집니다</a:t>
            </a:r>
          </a:p>
          <a:p>
            <a:r>
              <a:t>학습 중에는 확률 값을 그대로 사용하겠습니다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Logistic Regression의 Cost를 미분하면 화면에 있는 갱신식을 얻습니다</a:t>
            </a:r>
          </a:p>
          <a:p>
            <a:r>
              <a:t>각 가중치 wⱼ의 미분값은 예측 확률과 정답의 차이에 해당 feature xⱼ를 곱해서 평균낸 값입니다</a:t>
            </a:r>
          </a:p>
          <a:p>
            <a:r>
              <a:t>b의 미분값은 예측 확률과 정답의 차이만 평균냅니다</a:t>
            </a:r>
          </a:p>
          <a:p>
            <a:r>
              <a:t>이 차이는 정답이 1인데 확률을 낮게 주면 음수이고, 정답이 0인데 확률을 높게 주면 양수입니다</a:t>
            </a:r>
          </a:p>
          <a:p>
            <a:r>
              <a:t>입력과 함께 계산된 미분값을 사용해, 평균 Loss를 줄이는 방향으로 parameter를 움직입니다</a:t>
            </a:r>
          </a:p>
          <a:p>
            <a:r>
              <a:t>갱신할 때는 각 미분값에 Learning Rate α를 곱해서 현재 parameter에서 뺍니다</a:t>
            </a:r>
          </a:p>
          <a:p>
            <a:r>
              <a:t>모든 미분값은 같은 현재 w와 b를 사용해 먼저 계산해야 합니다</a:t>
            </a:r>
          </a:p>
          <a:p>
            <a:r>
              <a:t>그다음 모든 parameter를 갱신하는 동시 갱신 원칙도 이전과 같습니다</a:t>
            </a:r>
          </a:p>
          <a:p>
            <a:r>
              <a:t>식의 f(x) 자리에 들어가는 값은 0이나 1로 바꾼 Label이 아니라 Sigmoid가 출력한 확률입니다</a:t>
            </a:r>
          </a:p>
          <a:p>
            <a:r>
              <a:t>복잡한 로그와 Sigmoid를 포함한 Cost를 미분했는데도 결과가 비교적 간단한 형태라는 점이 이 모델의 장점입니다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갱신식의 겉모양은 Linear Regression과 매우 비슷합니다</a:t>
            </a:r>
          </a:p>
          <a:p>
            <a:r>
              <a:t>하지만 f(x)의 의미가 다르므로 같은 모델을 학습하는 것은 아닙니다</a:t>
            </a:r>
          </a:p>
          <a:p>
            <a:r>
              <a:t>Linear Regression에서는 f(x) = w · x + b이고, Logistic Regression에서는 여기에 Sigmoid를 적용합니다</a:t>
            </a:r>
          </a:p>
          <a:p>
            <a:r>
              <a:t>두 모델은 평가하는 Cost Function도 서로 다릅니다</a:t>
            </a:r>
          </a:p>
          <a:p>
            <a:r>
              <a:t>따라서 코드를 옮길 때는 갱신식만 보고 예측 함수를 그대로 남겨 두지 않도록 확인해야 합니다</a:t>
            </a:r>
          </a:p>
          <a:p>
            <a:r>
              <a:t>계산을 배열로 묶는 Vectorization과 입력 크기를 맞추는 Feature Scaling도 사용할 수 있습니다</a:t>
            </a:r>
          </a:p>
          <a:p>
            <a:r>
              <a:t>Learning Rate를 정하고, 반복에 따라 Cost가 안정적으로 줄어드는지도 확인합니다</a:t>
            </a:r>
          </a:p>
          <a:p>
            <a:r>
              <a:t>이제 예측 함수, Cost, Gradient Descent라는 세 부분이 하나의 학습 과정으로 연결됐습니다</a:t>
            </a:r>
          </a:p>
          <a:p>
            <a:r>
              <a:t>다음에는 학습 데이터에서 잘 맞는 모델이 왜 새로운 데이터에서는 실패할 수 있는지 보겠습니다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학습 데이터의 정답을 잘 맞히는 것과, 처음 보는 데이터에서도 잘 맞히는 것은 다릅니다</a:t>
            </a:r>
          </a:p>
          <a:p>
            <a:r>
              <a:t>연습 문제의 답만 외운 학생과 풀이 원리를 이해한 학생을 떠올려 보시면 됩니다</a:t>
            </a:r>
          </a:p>
          <a:p>
            <a:r>
              <a:t>이번에는 모델이 학습 데이터에 지나치게 맞춰지는 Overfitting과, 반대로 충분히 배우지 못하는 Underfitting을 살펴보겠습니다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세 그림은 같은 집값 데이터를 서로 다른 복잡도의 모델로 맞춘 결과입니다</a:t>
            </a:r>
          </a:p>
          <a:p>
            <a:r>
              <a:t>왼쪽 직선은 데이터의 휘어진 관계를 충분히 따라가지 못합니다</a:t>
            </a:r>
          </a:p>
          <a:p>
            <a:r>
              <a:t>모델이 너무 단순해서 학습 데이터의 중요한 패턴조차 표현하지 못하는 상태를 Underfitting이라고 합니다</a:t>
            </a:r>
          </a:p>
          <a:p>
            <a:r>
              <a:t>이런 문제를 High Bias라고도 부릅니다</a:t>
            </a:r>
          </a:p>
          <a:p>
            <a:r>
              <a:t>가운데 이차 곡선은 모든 점을 정확히 지나지는 않지만 전체적인 흐름을 잘 따라갑니다</a:t>
            </a:r>
          </a:p>
          <a:p>
            <a:r>
              <a:t>오른쪽의 더 높은 차수 곡선은 학습 데이터의 점들을 아주 정교하게 지나갑니다</a:t>
            </a:r>
          </a:p>
          <a:p>
            <a:r>
              <a:t>하지만 점들 사이에서 불필요하게 휘어지므로 새로운 집에 대해서는 이상한 예측을 할 수 있습니다</a:t>
            </a:r>
          </a:p>
          <a:p>
            <a:r>
              <a:t>이처럼 주어진 표본의 세부적인 흔들림까지 따라가는 것이 Overfitting입니다</a:t>
            </a:r>
          </a:p>
          <a:p>
            <a:r>
              <a:t>학습 데이터가 조금 달라져도 모델 모양이 크게 달라질 수 있다는 뜻에서 High Variance라고도 부릅니다</a:t>
            </a:r>
          </a:p>
          <a:p>
            <a:r>
              <a:t>죽이 너무 뜨겁지도 차갑지도 않아야 한다는 Goldilocks 이야기처럼, 필요한 패턴을 담을 정도의 복잡도를 찾고 있습니다</a:t>
            </a:r>
          </a:p>
          <a:p>
            <a:r>
              <a:t>학습 데이터의 Cost가 가장 작다는 이유만으로 오른쪽 모델이 가장 좋다고 선택하면 안 됩니다</a:t>
            </a:r>
          </a:p>
          <a:p>
            <a:r>
              <a:t>우리의 최종 목표에는 처음 보는 데이터에 대한 좋은 예측도 포함되기 때문입니다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같은 문제가 Classification에서도 나타납니다</a:t>
            </a:r>
          </a:p>
          <a:p>
            <a:r>
              <a:t>왼쪽의 직선 경계는 동그란 형태로 모여 있는 범주를 충분히 구분하지 못합니다</a:t>
            </a:r>
          </a:p>
          <a:p>
            <a:r>
              <a:t>가운데 경계는 전체적인 분포를 따라 두 범주를 비교적 자연스럽게 나눕니다</a:t>
            </a:r>
          </a:p>
          <a:p>
            <a:r>
              <a:t>오른쪽 경계는 개별 점 하나하나를 맞히려고 여러 곳에서 복잡하게 휘어집니다</a:t>
            </a:r>
          </a:p>
          <a:p>
            <a:r>
              <a:t>이렇게 하면 학습 데이터에서는 틀리는 점이 거의 없어질 수 있습니다</a:t>
            </a:r>
          </a:p>
          <a:p>
            <a:r>
              <a:t>하지만 새 점이 들어오면 우연히 만들어진 작은 굴곡 때문에 잘못된 범주에 놓일 수 있습니다</a:t>
            </a:r>
          </a:p>
          <a:p>
            <a:r>
              <a:t>Regression에서는 곡선이 지나치게 흔들렸고, Classification에서는 경계가 지나치게 복잡해진 것입니다</a:t>
            </a:r>
          </a:p>
          <a:p>
            <a:r>
              <a:t>단순히 그림이 매끄럽다는 이유만으로 좋은 모델이라고 확정할 수는 없습니다</a:t>
            </a:r>
          </a:p>
          <a:p>
            <a:r>
              <a:t>실제로는 학습에 쓰지 않은 데이터에서도 얼마나 잘 예측하는지 확인해야 합니다</a:t>
            </a:r>
          </a:p>
          <a:p>
            <a:r>
              <a:t>이 그림들은 왜 학습 데이터의 정답만 완벽하게 맞추는 목표로는 부족한지 보여 주는 예시입니다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모델이 Overfitting을 보인다면 어떤 방법으로 줄일 수 있을까요?</a:t>
            </a:r>
          </a:p>
          <a:p>
            <a:r>
              <a:t>여기서는 데이터를 더 모으기, feature를 줄이기, Regularization을 사용하기라는 세 가지 방법을 살펴보겠습니다</a:t>
            </a:r>
          </a:p>
          <a:p>
            <a:r>
              <a:t>각 방법이 모델에 어떤 정보를 더 주거나 어떤 자유를 줄이는지 비교해 보시면 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첫 번째 방법은 학습 데이터를 더 모으는 것입니다</a:t>
            </a:r>
          </a:p>
          <a:p>
            <a:r>
              <a:t>데이터가 몇 개뿐이면 그 점들을 모두 지나는 복잡한 곡선을 만들기 쉽습니다</a:t>
            </a:r>
          </a:p>
          <a:p>
            <a:r>
              <a:t>그런데 다양한 위치에 새 데이터가 추가되면, 기존 점 사이에서 제멋대로 휘어지던 부분도 평가를 받게 됩니다</a:t>
            </a:r>
          </a:p>
          <a:p>
            <a:r>
              <a:t>그러면 몇 개의 예시에만 우연히 맞는 모양보다 전체적인 관계를 따르는 모델이 유리해질 수 있습니다</a:t>
            </a:r>
          </a:p>
          <a:p>
            <a:r>
              <a:t>연습 문제 몇 개의 답만 외우던 학생에게 다양한 문제를 더 보여 주는 것과 비슷합니다</a:t>
            </a:r>
          </a:p>
          <a:p>
            <a:r>
              <a:t>단순히 같은 데이터를 복사해 개수만 늘리는 것이 아니라, 새로운 정보를 담은 예시가 필요합니다</a:t>
            </a:r>
          </a:p>
          <a:p>
            <a:r>
              <a:t>물론 데이터를 더 모으는 데 시간이나 비용이 많이 들 수 있습니다</a:t>
            </a:r>
          </a:p>
          <a:p>
            <a:r>
              <a:t>또한 모델 자체가 너무 단순한 Underfitting 문제라면 데이터만 늘려도 표현력 부족이 해결되지는 않습니다</a:t>
            </a:r>
          </a:p>
          <a:p>
            <a:r>
              <a:t>지금 이 방법은 데이터에 비해 모델이 지나치게 복잡한 Overfitting을 줄이는 관점에서 보고 있습니다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두 번째 방법은 사용하는 feature의 수를 줄이는 것입니다</a:t>
            </a:r>
          </a:p>
          <a:p>
            <a:r>
              <a:t>집값을 예측할 때 크기, 방 개수, 집의 나이 외에도 수많은 정보를 넣었다고 해 보겠습니다</a:t>
            </a:r>
          </a:p>
          <a:p>
            <a:r>
              <a:t>feature가 많으면 모델이 다양한 관계를 표현할 수 있지만, 적은 데이터의 우연한 차이까지 따라갈 여지도 커집니다</a:t>
            </a:r>
          </a:p>
          <a:p>
            <a:r>
              <a:t>그래서 실제로 도움이 되는 일부 feature만 남기는 방법을 생각할 수 있습니다</a:t>
            </a:r>
          </a:p>
          <a:p>
            <a:r>
              <a:t>예를 들어 수백 개의 입력 중 크기, 방 개수, 나이처럼 중요한 몇 개를 선택하는 겁니다</a:t>
            </a:r>
          </a:p>
          <a:p>
            <a:r>
              <a:t>모델의 조절 손잡이가 줄어들면 데이터에 과하게 맞출 수 있는 자유도 줄어듭니다</a:t>
            </a:r>
          </a:p>
          <a:p>
            <a:r>
              <a:t>그러나 필요 없는 정보와 필요한 정보를 미리 정확히 구별하는 것이 항상 쉽지는 않습니다</a:t>
            </a:r>
          </a:p>
          <a:p>
            <a:r>
              <a:t>잘못 줄이면 예측에 유용한 정보까지 잃어서 성능이 나빠질 수 있습니다</a:t>
            </a:r>
          </a:p>
          <a:p>
            <a:r>
              <a:t>그래서 feature를 없애지 않으면서도 모델이 너무 복잡해지지 않도록 하는 방법이 필요합니다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세 번째 방법이 Regularization입니다</a:t>
            </a:r>
          </a:p>
          <a:p>
            <a:r>
              <a:t>feature는 유지하되, 가중치가 불필요하게 커지는 데 비용을 붙입니다</a:t>
            </a:r>
          </a:p>
          <a:p>
            <a:r>
              <a:t>여러 악기의 소리를 모두 없애는 대신 각각의 볼륨을 과하게 키우지 못하게 하는 것과 비슷합니다</a:t>
            </a:r>
          </a:p>
          <a:p>
            <a:r>
              <a:t>모델은 여전히 필요한 feature를 사용할 수 있지만, 그 효과를 크게 만들려면 그만한 예측 개선이 있어야 합니다</a:t>
            </a:r>
          </a:p>
          <a:p>
            <a:r>
              <a:t>Polynomial Regression에서는 높은 차수 항의 가중치를 작게 해서 곡선의 과도한 휘어짐을 줄일 수 있습니다</a:t>
            </a:r>
          </a:p>
          <a:p>
            <a:r>
              <a:t>이때 가중치를 작게 만든다는 것이 모든 가중치를 정확히 0으로 고정한다는 뜻은 아닙니다</a:t>
            </a:r>
          </a:p>
          <a:p>
            <a:r>
              <a:t>곧 배울 L2 Regularization은 작아지는 쪽으로 유도하며, 데이터에 필요한 가중치는 남을 수 있습니다</a:t>
            </a:r>
          </a:p>
          <a:p>
            <a:r>
              <a:t>가중치의 크기는 입력 단위에도 영향을 받으므로 Feature Scaling과 함께 생각하는 것이 좋습니다</a:t>
            </a:r>
          </a:p>
          <a:p>
            <a:r>
              <a:t>이제 예측 오차뿐 아니라 가중치 크기도 함께 평가하는 Cost를 만들겠습니다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세 방법이 각각 무엇을 바꾸는지 정리해 보겠습니다</a:t>
            </a:r>
          </a:p>
          <a:p>
            <a:r>
              <a:t>데이터를 더 모으는 방법은 모델이 배울 근거를 늘립니다</a:t>
            </a:r>
          </a:p>
          <a:p>
            <a:r>
              <a:t>feature를 줄이는 방법은 모델이 사용하는 정보를 일부 제거해 표현을 단순하게 합니다</a:t>
            </a:r>
          </a:p>
          <a:p>
            <a:r>
              <a:t>Regularization은 정보를 유지하면서 가중치가 너무 커지지 않도록 학습 기준을 바꿉니다</a:t>
            </a:r>
          </a:p>
          <a:p>
            <a:r>
              <a:t>데이터를 쉽게 더 얻을 수 있다면 첫 번째 방법이 유용할 수 있습니다</a:t>
            </a:r>
          </a:p>
          <a:p>
            <a:r>
              <a:t>불필요한 feature가 명확하다면 줄이는 방법을 사용할 수 있습니다</a:t>
            </a:r>
          </a:p>
          <a:p>
            <a:r>
              <a:t>많은 feature를 유지하고 싶다면 Regularization이 특히 유용합니다</a:t>
            </a:r>
          </a:p>
          <a:p>
            <a:r>
              <a:t>이 방법들은 반드시 하나만 골라야 하는 것도 아니며, 상황에 따라 함께 사용할 수 있습니다</a:t>
            </a:r>
          </a:p>
          <a:p>
            <a:r>
              <a:t>다음부터는 Regularization이 수식과 Gradient Descent에 어떻게 들어가는지 구체적으로 보겠습니다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Regularization을 적용하려면 기존 Cost에 가중치 크기를 평가하는 항을 추가합니다</a:t>
            </a:r>
          </a:p>
          <a:p>
            <a:r>
              <a:t>데이터에 잘 맞는 것과 모델이 지나치게 복잡해지지 않는 것을 함께 고려하는 겁니다</a:t>
            </a:r>
          </a:p>
          <a:p>
            <a:r>
              <a:t>먼저 높은 차수의 두 항만 작게 만드는 간단한 예로 시작하겠습니다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왼쪽의 이차 모델은 전체적인 패턴을 잘 따르지만, 오른쪽의 사차 모델은 데이터 사이에서 많이 휘어집니다</a:t>
            </a:r>
          </a:p>
          <a:p>
            <a:r>
              <a:t>오른쪽 모델에서 x³과 x⁴에 붙은 w₃, w₄를 작게 만들면 어떻게 될까요?</a:t>
            </a:r>
          </a:p>
          <a:p>
            <a:r>
              <a:t>두 항의 영향이 줄어들어 모델이 이차식에 가까워질 수 있습니다</a:t>
            </a:r>
          </a:p>
          <a:p>
            <a:r>
              <a:t>이 생각을 Cost에 넣은 예가 기존 J에 1000w₃² + 1000w₄²를 더하는 것입니다</a:t>
            </a:r>
          </a:p>
          <a:p>
            <a:r>
              <a:t>w₃나 w₄가 커지면 데이터에 대한 예측이 좋아져도 추가 비용이 크게 붙습니다</a:t>
            </a:r>
          </a:p>
          <a:p>
            <a:r>
              <a:t>예를 들어 w₃ = 1이면 그 항에서만 1000이 더해지고, w₃ = 0.1이면 10이 더해집니다</a:t>
            </a:r>
          </a:p>
          <a:p>
            <a:r>
              <a:t>그래서 전체 Cost를 줄이려는 학습 과정은 두 가중치를 작게 유지하려는 압력을 받습니다</a:t>
            </a:r>
          </a:p>
          <a:p>
            <a:r>
              <a:t>제곱을 사용하므로 큰 양수뿐 아니라 큰 음수에도 비용이 붙습니다</a:t>
            </a:r>
          </a:p>
          <a:p>
            <a:r>
              <a:t>1000이라는 값은 효과를 보여 주기 위한 예시이며 모든 문제에서 그대로 쓰는 상수는 아닙니다</a:t>
            </a:r>
          </a:p>
          <a:p>
            <a:r>
              <a:t>가중치를 먼저 손으로 0으로 지우는 것이 아니라, 예측 개선과 추가 비용을 함께 보고 학습하도록 만드는 방식입니다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실제 문제에서는 어느 가중치만 줄일지 미리 알기 어려우므로, 보통 모든 w의 제곱합에 비용을 붙입니다</a:t>
            </a:r>
          </a:p>
          <a:p>
            <a:r>
              <a:t>새 Cost의 첫 번째 항은 기존의 예측 오차이고, 두 번째 항은 λ / (2m)에 wⱼ²을 모두 더한 값입니다</a:t>
            </a:r>
          </a:p>
          <a:p>
            <a:r>
              <a:t>첫 번째 합의 i는 학습 예시를 하나씩 확인하고, 두 번째 합의 j는 가중치를 하나씩 확인합니다</a:t>
            </a:r>
          </a:p>
          <a:p>
            <a:r>
              <a:t>그래서 데이터가 m개, feature가 n개라면 두 합의 끝 숫자도 각각 m과 n입니다</a:t>
            </a:r>
          </a:p>
          <a:p>
            <a:r>
              <a:t>λ는 Regularization의 강도를 조절하는 0 이상의 값입니다</a:t>
            </a:r>
          </a:p>
          <a:p>
            <a:r>
              <a:t>λ가 커질수록 큰 가중치를 더 부담스럽게 평가합니다</a:t>
            </a:r>
          </a:p>
          <a:p>
            <a:r>
              <a:t>λ는 학습 목표의 균형을 정하고, Learning Rate α는 그 목표를 향해 이동하는 크기를 정하므로 역할이 다릅니다</a:t>
            </a:r>
          </a:p>
          <a:p>
            <a:r>
              <a:t>필기에는 b를 포함하거나 제외할 수 있다고 적혀 있지만, 이어지는 계산에서는 w들에만 비용을 붙이겠습니다</a:t>
            </a:r>
          </a:p>
          <a:p>
            <a:r>
              <a:t>b는 곡선 전체의 높이를 조정하는 값이며, 여기서는 그 높이 자체보다 가중치가 만드는 복잡도를 조절하는 데 집중합니다</a:t>
            </a:r>
          </a:p>
          <a:p>
            <a:r>
              <a:t>따라서 J(w, b)에는 b도 영향을 주지만, Regularization의 제곱합에는 b²이 들어가지 않습니다</a:t>
            </a:r>
          </a:p>
          <a:p>
            <a:r>
              <a:t>전체 Cost가 작으려면 데이터에도 잘 맞고 가중치도 불필요하게 크지 않아야 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λ가 0이면 Regularization 항이 사라져 원래 Cost로 돌아갑니다</a:t>
            </a:r>
          </a:p>
          <a:p>
            <a:r>
              <a:t>모델이 충분히 복잡하고 데이터가 적다면 필기의 휘어진 곡선처럼 Overfitting이 나타날 수 있습니다</a:t>
            </a:r>
          </a:p>
          <a:p>
            <a:r>
              <a:t>그렇다고 λ = 0인 모든 모델이 반드시 Overfitting되는 것은 아닙니다</a:t>
            </a:r>
          </a:p>
          <a:p>
            <a:r>
              <a:t>반대로 λ를 100억처럼 아주 크게 하면 가중치가 조금만 커져도 매우 큰 비용이 붙습니다</a:t>
            </a:r>
          </a:p>
          <a:p>
            <a:r>
              <a:t>학습은 이 비용을 피하려고 w들을 거의 0으로 만들려 합니다</a:t>
            </a:r>
          </a:p>
          <a:p>
            <a:r>
              <a:t>그러면 오른쪽 식에서 보듯 f(x)는 입력에 따라 거의 변하지 않는 b에 가까워져 중요한 패턴을 놓칠 수 있습니다</a:t>
            </a:r>
          </a:p>
          <a:p>
            <a:r>
              <a:t>이것은 Regularization이 너무 강해서 생기는 Underfitting입니다</a:t>
            </a:r>
          </a:p>
          <a:p>
            <a:r>
              <a:t>우리는 데이터에 맞추는 정도와 가중치를 억제하는 정도 사이에서 적절한 균형을 찾고 있습니다</a:t>
            </a:r>
          </a:p>
          <a:p>
            <a:r>
              <a:t>λ를 정할 때는 학습에 쓰지 않은 데이터의 예측 성능을 확인하는 것이 중요합니다</a:t>
            </a:r>
          </a:p>
          <a:p>
            <a:r>
              <a:t>λ가 다르면 Cost에 붙는 벌점 자체도 달라지므로, 서로 다른 λ의 전체 Cost 숫자만 단순 비교해 고르면 안 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이제 Regularization을 넣은 Linear Regression을 Gradient Descent로 학습하겠습니다</a:t>
            </a:r>
          </a:p>
          <a:p>
            <a:r>
              <a:t>새 항을 Cost에 추가했으니, 그 항의 미분값도 갱신식에 반영해야 합니다</a:t>
            </a:r>
          </a:p>
          <a:p>
            <a:r>
              <a:t>기존 계산에 무엇이 더해지는지 하나씩 보겠습니다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가중치 wⱼ에 대한 새 미분값은 두 부분으로 이루어집니다</a:t>
            </a:r>
          </a:p>
          <a:p>
            <a:r>
              <a:t>첫 번째는 이전처럼 예측 오차에 feature를 곱해서 평균낸 값입니다</a:t>
            </a:r>
          </a:p>
          <a:p>
            <a:r>
              <a:t>두 번째는 Regularization에서 나온 (λ / m)wⱼ입니다</a:t>
            </a:r>
          </a:p>
          <a:p>
            <a:r>
              <a:t>전체 Cost가 두 항의 합이므로, 미분값도 두 미분값의 합이 되는 겁니다</a:t>
            </a:r>
          </a:p>
          <a:p>
            <a:r>
              <a:t>Gradient Descent에서는 이 합에 α를 곱해 현재 가중치에서 뺍니다</a:t>
            </a:r>
          </a:p>
          <a:p>
            <a:r>
              <a:t>wⱼ가 양수이면 추가 미분값도 양수여서, 이를 빼는 효과는 가중치를 0 쪽으로 줄입니다</a:t>
            </a:r>
          </a:p>
          <a:p>
            <a:r>
              <a:t>wⱼ가 음수이면 추가 미분값도 음수여서, 음수를 빼는 효과가 다시 0 쪽을 향합니다</a:t>
            </a:r>
          </a:p>
          <a:p>
            <a:r>
              <a:t>그래서 부호에 관계없이 큰 가중치를 억제하는 방향으로 작용합니다</a:t>
            </a:r>
          </a:p>
          <a:p>
            <a:r>
              <a:t>b에는 Regularization을 적용하지 않았으므로 b의 미분식은 이전과 같습니다</a:t>
            </a:r>
          </a:p>
          <a:p>
            <a:r>
              <a:t>데이터가 요구하는 변화와 0 쪽으로 당기는 변화가 한 번의 갱신에 함께 들어갑니다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구현할 때는 먼저 현재 모델로 모든 학습 예시의 예측값을 구합니다</a:t>
            </a:r>
          </a:p>
          <a:p>
            <a:r>
              <a:t>예측 오차를 이용해 각 w의 기존 미분값을 계산하고, 여기에 (λ / m)w를 더합니다</a:t>
            </a:r>
          </a:p>
          <a:p>
            <a:r>
              <a:t>그 전체에 Learning Rate α를 곱한 뒤 현재 w에서 뺍니다</a:t>
            </a:r>
          </a:p>
          <a:p>
            <a:r>
              <a:t>α는 데이터에서 나온 미분값과 Regularization에서 나온 미분값 모두에 적용됩니다</a:t>
            </a:r>
          </a:p>
          <a:p>
            <a:r>
              <a:t>새 항을 추가하면서 λ만 곱하고 m으로 나누는 부분을 빠뜨리지 않도록 식을 확인하시면 됩니다</a:t>
            </a:r>
          </a:p>
          <a:p>
            <a:r>
              <a:t>b는 예측 오차의 평균을 이용해 갱신하며, 같은 Regularization 항을 더하지 않습니다</a:t>
            </a:r>
          </a:p>
          <a:p>
            <a:r>
              <a:t>또한 모든 미분값은 갱신 전 parameter를 기준으로 계산합니다</a:t>
            </a:r>
          </a:p>
          <a:p>
            <a:r>
              <a:t>먼저 바꾼 가중치를 다른 가중치의 미분 계산에 섞지 않는 원칙은 여기서도 같습니다</a:t>
            </a:r>
          </a:p>
          <a:p>
            <a:r>
              <a:t>기존 Gradient Descent에 가중치별 항 하나를 추가한 것이므로, 학습의 반복 구조 전체를 새로 만들 필요는 없습니다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이번 식은 앞의 갱신식을 다른 형태로 정리한 것입니다</a:t>
            </a:r>
          </a:p>
          <a:p>
            <a:r>
              <a:t>wⱼ에서 α(λ / m)wⱼ를 빼는 부분을 묶으면 wⱼ(1 − αλ / m)이 됩니다</a:t>
            </a:r>
          </a:p>
          <a:p>
            <a:r>
              <a:t>그 뒤에 데이터의 예측 오차에서 나온 갱신을 따로 빼면 원래 식과 같습니다</a:t>
            </a:r>
          </a:p>
          <a:p>
            <a:r>
              <a:t>예를 들어 α = 0.01, λ = 1, m = 50이면 괄호 안의 값은 0.9998입니다</a:t>
            </a:r>
          </a:p>
          <a:p>
            <a:r>
              <a:t>현재 가중치가 10이라면 이 부분만 적용한 결과는 9.998이 됩니다</a:t>
            </a:r>
          </a:p>
          <a:p>
            <a:r>
              <a:t>가중치가 −10이라면 −9.998이 되어 역시 크기가 조금 줄어듭니다</a:t>
            </a:r>
          </a:p>
          <a:p>
            <a:r>
              <a:t>이 계산 때문에 Regularization이 가중치를 조금씩 줄이는 효과를 낸다고 설명할 수 있습니다</a:t>
            </a:r>
          </a:p>
          <a:p>
            <a:r>
              <a:t>하지만 그다음에는 데이터에 맞추기 위한 갱신도 더해집니다</a:t>
            </a:r>
          </a:p>
          <a:p>
            <a:r>
              <a:t>데이터가 특정 가중치를 크게 요구하면 최종 가중치가 오히려 증가할 수도 있습니다</a:t>
            </a:r>
          </a:p>
          <a:p>
            <a:r>
              <a:t>매번 결과가 무조건 작아지는 것이 아니라, 작아지는 쪽으로의 힘이 추가된다고 이해하시면 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새 미분값이 왜 (λ / m)wⱼ가 되는지 확인하겠습니다</a:t>
            </a:r>
          </a:p>
          <a:p>
            <a:r>
              <a:t>Regularization 항은 λ / (2m)에 모든 가중치의 제곱을 더한 것입니다</a:t>
            </a:r>
          </a:p>
          <a:p>
            <a:r>
              <a:t>wⱼ에 대해서 미분할 때는 wⱼ²만 그 변수에 따라 변하고, 나머지 가중치의 제곱은 상수처럼 취급됩니다</a:t>
            </a:r>
          </a:p>
          <a:p>
            <a:r>
              <a:t>wⱼ²의 미분은 2wⱼ이므로 앞의 1/2와 2가 약분됩니다</a:t>
            </a:r>
          </a:p>
          <a:p>
            <a:r>
              <a:t>그 결과가 바로 (λ / m)wⱼ입니다</a:t>
            </a:r>
          </a:p>
          <a:p>
            <a:r>
              <a:t>b는 이 제곱합에 들어 있지 않으므로 b로 미분하면 추가되는 값이 0입니다</a:t>
            </a:r>
          </a:p>
          <a:p>
            <a:r>
              <a:t>데이터 오차 항에서는 m개의 예시를 합했지만, 이 항은 가중치 목록을 평가하는 항입니다</a:t>
            </a:r>
          </a:p>
          <a:p>
            <a:r>
              <a:t>따라서 같은 Regularization 비용을 예시마다 다시 더해서 m배로 만들 필요는 없습니다</a:t>
            </a:r>
          </a:p>
          <a:p>
            <a:r>
              <a:t>미분이 아직 낯설다면, 제곱 때문에 2가 나오고 앞의 1/2와 약분된다는 연결부터 기억하시면 됩니다</a:t>
            </a:r>
          </a:p>
          <a:p>
            <a:r>
              <a:t>식의 형태가 임의로 정해진 것이 아니라 Cost를 미분한 결과라는 점을 확인하는 장입니다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Regularization은 Logistic Regression에도 같은 생각으로 적용할 수 있습니다</a:t>
            </a:r>
          </a:p>
          <a:p>
            <a:r>
              <a:t>앞에서 사용한 Classification의 Cost에 가중치 제곱합을 더하면 됩니다</a:t>
            </a:r>
          </a:p>
          <a:p>
            <a:r>
              <a:t>예측 확률을 잘 맞추면서 Decision Boundary가 데이터의 작은 흔들림까지 과하게 따라가지 않도록 유도하겠습니다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그림의 복잡한 경계는 학습 예시를 세밀하게 구분하려고 여러 곳에서 휘어집니다</a:t>
            </a:r>
          </a:p>
          <a:p>
            <a:r>
              <a:t>같은 그림에 겹쳐 그린 더 단순한 경계가 새로운 데이터에는 더 잘 맞을 수 있습니다</a:t>
            </a:r>
          </a:p>
          <a:p>
            <a:r>
              <a:t>이를 위해 Logistic Regression의 평균 Loss에 λ / (2m) × Σwⱼ²을 추가합니다</a:t>
            </a:r>
          </a:p>
          <a:p>
            <a:r>
              <a:t>첫 번째 항은 정답에 높은 확률을 주도록 만들고, 두 번째 항은 큰 가중치를 억제합니다</a:t>
            </a:r>
          </a:p>
          <a:p>
            <a:r>
              <a:t>Linear Regression에 적용한 Regularization과 같은 제곱합을 사용합니다</a:t>
            </a:r>
          </a:p>
          <a:p>
            <a:r>
              <a:t>달라진 것은 데이터에 대한 예측 함수가 Sigmoid이고, 그 예측을 평가하는 Loss가 Binary Cross Entropy라는 점입니다</a:t>
            </a:r>
          </a:p>
          <a:p>
            <a:r>
              <a:t>Polynomial feature를 많이 사용한 경우에도 가중치가 과하게 커지는 것을 줄일 수 있습니다</a:t>
            </a:r>
          </a:p>
          <a:p>
            <a:r>
              <a:t>하지만 λ를 지나치게 키우면 필요한 경계까지 표현하지 못하므로 균형이 필요합니다</a:t>
            </a:r>
          </a:p>
          <a:p>
            <a:r>
              <a:t>최종적으로 좋아졌는지는 경계의 모양만 보지 않고 학습에 쓰지 않은 데이터의 성능으로 확인합니다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마지막 갱신식도 지금까지 배운 두 계산을 합친 형태입니다</a:t>
            </a:r>
          </a:p>
          <a:p>
            <a:r>
              <a:t>각 wⱼ는 예측 확률과 정답의 차이에 feature를 곱한 평균에, (λ / m)wⱼ를 더해 갱신합니다</a:t>
            </a:r>
          </a:p>
          <a:p>
            <a:r>
              <a:t>b는 예측 확률과 정답의 차이만 평균내서 갱신합니다</a:t>
            </a:r>
          </a:p>
          <a:p>
            <a:r>
              <a:t>여기서 f(x)는 반드시 Sigmoid를 적용한 확률이며, Linear Regression의 직선 출력과 구별해야 합니다</a:t>
            </a:r>
          </a:p>
          <a:p>
            <a:r>
              <a:t>모든 parameter를 같은 현재 상태에서 계산해 갱신하는 원칙도 유지됩니다</a:t>
            </a:r>
          </a:p>
          <a:p>
            <a:r>
              <a:t>이제 우리는 입력을 숫자로 표현하고, 모델로 예측하고, Loss로 평가하고, Gradient Descent로 parameter를 고치는 전체 흐름을 배웠습니다</a:t>
            </a:r>
          </a:p>
          <a:p>
            <a:r>
              <a:t>Regularization은 그 흐름 안에서 학습 데이터에 지나치게 맞춰지는 것을 줄이기 위한 장치였습니다</a:t>
            </a:r>
          </a:p>
          <a:p>
            <a:r>
              <a:t>앞으로 Neural Network와 Transformer를 배울 때는 예측을 계산하는 구조가 훨씬 복잡해집니다</a:t>
            </a:r>
          </a:p>
          <a:p>
            <a:r>
              <a:t>하지만 예측과 정답을 비교해 Loss를 만들고, 미분값으로 parameter를 갱신한다는 학습의 기본 구조는 계속 이어집니다</a:t>
            </a:r>
          </a:p>
          <a:p>
            <a:r>
              <a:t>다음 모델을 볼 때도 입력, 예측, Loss, 학습할 parameter가 각각 무엇인지부터 찾아보시면 됩니다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b7cca6d4b4df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091ee48c694d1b" /><Relationship Type="http://schemas.openxmlformats.org/officeDocument/2006/relationships/slideLayout" Target="/ppt/slideLayouts/slideLayout1.xml" Id="R6e09bcf8d8634b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09bcf8d8634b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8b9147d65b4572" /><Relationship Type="http://schemas.openxmlformats.org/officeDocument/2006/relationships/image" Target="/ppt/media/image.png" Id="R0675a7c26fd84457" /><Relationship Type="http://schemas.openxmlformats.org/officeDocument/2006/relationships/notesSlide" Target="/ppt/notesSlides/notesSlide1.xml" Id="R46cbee462d0f4d0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ab18aa9d24c0d" /><Relationship Type="http://schemas.openxmlformats.org/officeDocument/2006/relationships/image" Target="/ppt/media/image2.png" Id="Rb7f6f393dc654bbd" /><Relationship Type="http://schemas.openxmlformats.org/officeDocument/2006/relationships/notesSlide" Target="/ppt/notesSlides/notesSlide2.xml" Id="R0da1b7fdb1e1472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2b79013e34dd0" /><Relationship Type="http://schemas.openxmlformats.org/officeDocument/2006/relationships/image" Target="/ppt/media/image3.png" Id="R8cba6198c27c4194" /><Relationship Type="http://schemas.openxmlformats.org/officeDocument/2006/relationships/notesSlide" Target="/ppt/notesSlides/notesSlide3.xml" Id="Rff6df857da1145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eb1ad2146646d9" /><Relationship Type="http://schemas.openxmlformats.org/officeDocument/2006/relationships/image" Target="/ppt/media/image4.png" Id="R8ade566facf5472c" /><Relationship Type="http://schemas.openxmlformats.org/officeDocument/2006/relationships/notesSlide" Target="/ppt/notesSlides/notesSlide4.xml" Id="Rd5c2d54fbcf44f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bcbd4b03a4758" /><Relationship Type="http://schemas.openxmlformats.org/officeDocument/2006/relationships/image" Target="/ppt/media/image5.png" Id="Ra650710acb6a48da" /><Relationship Type="http://schemas.openxmlformats.org/officeDocument/2006/relationships/notesSlide" Target="/ppt/notesSlides/notesSlide5.xml" Id="Ra87c9282cd1e4e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deb1981a948b4" /><Relationship Type="http://schemas.openxmlformats.org/officeDocument/2006/relationships/image" Target="/ppt/media/image6.png" Id="R0872bdd63a064270" /><Relationship Type="http://schemas.openxmlformats.org/officeDocument/2006/relationships/notesSlide" Target="/ppt/notesSlides/notesSlide6.xml" Id="R418d5d3f7f0149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3f343e21045f2" /><Relationship Type="http://schemas.openxmlformats.org/officeDocument/2006/relationships/image" Target="/ppt/media/image7.png" Id="R69d356f4e4e848ea" /><Relationship Type="http://schemas.openxmlformats.org/officeDocument/2006/relationships/notesSlide" Target="/ppt/notesSlides/notesSlide7.xml" Id="R2f80b1eb690447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96a42b5cea4350" /><Relationship Type="http://schemas.openxmlformats.org/officeDocument/2006/relationships/image" Target="/ppt/media/image8.png" Id="R9da8437331b4463f" /><Relationship Type="http://schemas.openxmlformats.org/officeDocument/2006/relationships/notesSlide" Target="/ppt/notesSlides/notesSlide8.xml" Id="R0152c992d1a0480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68497755c9456f" /><Relationship Type="http://schemas.openxmlformats.org/officeDocument/2006/relationships/image" Target="/ppt/media/image9.png" Id="R9d826faca9324050" /><Relationship Type="http://schemas.openxmlformats.org/officeDocument/2006/relationships/notesSlide" Target="/ppt/notesSlides/notesSlide9.xml" Id="R650a253ce05f4e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c12bdd58b4f2e" /><Relationship Type="http://schemas.openxmlformats.org/officeDocument/2006/relationships/image" Target="/ppt/media/image10.png" Id="R65c4aa98a6814692" /><Relationship Type="http://schemas.openxmlformats.org/officeDocument/2006/relationships/notesSlide" Target="/ppt/notesSlides/notesSlide10.xml" Id="Rcd979dc3734a4f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0505073844c9b" /><Relationship Type="http://schemas.openxmlformats.org/officeDocument/2006/relationships/image" Target="/ppt/media/image11.png" Id="R3889abf67c414acc" /><Relationship Type="http://schemas.openxmlformats.org/officeDocument/2006/relationships/notesSlide" Target="/ppt/notesSlides/notesSlide11.xml" Id="Rb9a622167ab041b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e640ed0474caf" /><Relationship Type="http://schemas.openxmlformats.org/officeDocument/2006/relationships/image" Target="/ppt/media/image12.png" Id="Rc4555ffef0324b60" /><Relationship Type="http://schemas.openxmlformats.org/officeDocument/2006/relationships/notesSlide" Target="/ppt/notesSlides/notesSlide12.xml" Id="R2f6c89a0799042f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7185872b3e4b3e" /><Relationship Type="http://schemas.openxmlformats.org/officeDocument/2006/relationships/image" Target="/ppt/media/image13.png" Id="R16b5d4e2296d41a7" /><Relationship Type="http://schemas.openxmlformats.org/officeDocument/2006/relationships/notesSlide" Target="/ppt/notesSlides/notesSlide13.xml" Id="R86a5986bcb96441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cd9389bea4c8b" /><Relationship Type="http://schemas.openxmlformats.org/officeDocument/2006/relationships/image" Target="/ppt/media/image14.png" Id="Rcdb5b708cb544f10" /><Relationship Type="http://schemas.openxmlformats.org/officeDocument/2006/relationships/notesSlide" Target="/ppt/notesSlides/notesSlide14.xml" Id="R3b2dd0c70f3b4c7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814f16565e4e5f" /><Relationship Type="http://schemas.openxmlformats.org/officeDocument/2006/relationships/image" Target="/ppt/media/image15.png" Id="R1b88d09b2b2942c2" /><Relationship Type="http://schemas.openxmlformats.org/officeDocument/2006/relationships/notesSlide" Target="/ppt/notesSlides/notesSlide15.xml" Id="Ree34ab32aa42418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2453a6781e4cba" /><Relationship Type="http://schemas.openxmlformats.org/officeDocument/2006/relationships/image" Target="/ppt/media/image16.png" Id="R23651a5579b84482" /><Relationship Type="http://schemas.openxmlformats.org/officeDocument/2006/relationships/notesSlide" Target="/ppt/notesSlides/notesSlide16.xml" Id="Rfaf7879d854d43c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cac02b20384433" /><Relationship Type="http://schemas.openxmlformats.org/officeDocument/2006/relationships/image" Target="/ppt/media/image17.png" Id="R7fdc51448a0f45f5" /><Relationship Type="http://schemas.openxmlformats.org/officeDocument/2006/relationships/notesSlide" Target="/ppt/notesSlides/notesSlide17.xml" Id="R27cecf89f7cf4e5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33cdaccd5b4b22" /><Relationship Type="http://schemas.openxmlformats.org/officeDocument/2006/relationships/image" Target="/ppt/media/image18.png" Id="R19113e5cb8d14d4b" /><Relationship Type="http://schemas.openxmlformats.org/officeDocument/2006/relationships/notesSlide" Target="/ppt/notesSlides/notesSlide18.xml" Id="R561f0551abbf458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206bc4dcb4025" /><Relationship Type="http://schemas.openxmlformats.org/officeDocument/2006/relationships/image" Target="/ppt/media/image19.png" Id="R27cccf0d46984ea1" /><Relationship Type="http://schemas.openxmlformats.org/officeDocument/2006/relationships/notesSlide" Target="/ppt/notesSlides/notesSlide19.xml" Id="Rb658b09255eb4c7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e7b6e6663d4bfb" /><Relationship Type="http://schemas.openxmlformats.org/officeDocument/2006/relationships/image" Target="/ppt/media/image20.png" Id="Ra2bed536597748e7" /><Relationship Type="http://schemas.openxmlformats.org/officeDocument/2006/relationships/notesSlide" Target="/ppt/notesSlides/notesSlide20.xml" Id="Re41843ae8cb146d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36514d658460d" /><Relationship Type="http://schemas.openxmlformats.org/officeDocument/2006/relationships/image" Target="/ppt/media/image21.png" Id="R29ceffbdaf464bad" /><Relationship Type="http://schemas.openxmlformats.org/officeDocument/2006/relationships/notesSlide" Target="/ppt/notesSlides/notesSlide21.xml" Id="R283cece755e2414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36b6e8b24b41be" /><Relationship Type="http://schemas.openxmlformats.org/officeDocument/2006/relationships/image" Target="/ppt/media/image22.png" Id="Rcdb24aa8b3cb4067" /><Relationship Type="http://schemas.openxmlformats.org/officeDocument/2006/relationships/notesSlide" Target="/ppt/notesSlides/notesSlide22.xml" Id="R51a4c81f9b6540b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00d4a56004232" /><Relationship Type="http://schemas.openxmlformats.org/officeDocument/2006/relationships/image" Target="/ppt/media/image23.png" Id="R872119f36dd64df6" /><Relationship Type="http://schemas.openxmlformats.org/officeDocument/2006/relationships/notesSlide" Target="/ppt/notesSlides/notesSlide23.xml" Id="Rf065a6ab7a18473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2a4405d24e4a66" /><Relationship Type="http://schemas.openxmlformats.org/officeDocument/2006/relationships/image" Target="/ppt/media/image24.png" Id="Rb89da82def77486a" /><Relationship Type="http://schemas.openxmlformats.org/officeDocument/2006/relationships/notesSlide" Target="/ppt/notesSlides/notesSlide24.xml" Id="R98fb91f80f2e404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a2e37b0134d6a" /><Relationship Type="http://schemas.openxmlformats.org/officeDocument/2006/relationships/image" Target="/ppt/media/image25.png" Id="R13bd2264a9af4bff" /><Relationship Type="http://schemas.openxmlformats.org/officeDocument/2006/relationships/notesSlide" Target="/ppt/notesSlides/notesSlide25.xml" Id="R5ef98828133e463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4accbe757459e" /><Relationship Type="http://schemas.openxmlformats.org/officeDocument/2006/relationships/image" Target="/ppt/media/image26.png" Id="Raf66367c1596477e" /><Relationship Type="http://schemas.openxmlformats.org/officeDocument/2006/relationships/notesSlide" Target="/ppt/notesSlides/notesSlide26.xml" Id="Rf659349114264146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7dab34304491f" /><Relationship Type="http://schemas.openxmlformats.org/officeDocument/2006/relationships/image" Target="/ppt/media/image27.png" Id="R65a5df51ed104d6b" /><Relationship Type="http://schemas.openxmlformats.org/officeDocument/2006/relationships/notesSlide" Target="/ppt/notesSlides/notesSlide27.xml" Id="R2e373a39d68749a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472ade96fc4c29" /><Relationship Type="http://schemas.openxmlformats.org/officeDocument/2006/relationships/image" Target="/ppt/media/image28.png" Id="R9d3688f592e742c4" /><Relationship Type="http://schemas.openxmlformats.org/officeDocument/2006/relationships/notesSlide" Target="/ppt/notesSlides/notesSlide28.xml" Id="Rc1dda832dcde4ff0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618ea74784cfa" /><Relationship Type="http://schemas.openxmlformats.org/officeDocument/2006/relationships/image" Target="/ppt/media/image29.png" Id="R816845f31391437b" /><Relationship Type="http://schemas.openxmlformats.org/officeDocument/2006/relationships/notesSlide" Target="/ppt/notesSlides/notesSlide29.xml" Id="R9ad59fe829b1479d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329cca5f24a37" /><Relationship Type="http://schemas.openxmlformats.org/officeDocument/2006/relationships/image" Target="/ppt/media/image30.png" Id="R730543b26ea94929" /><Relationship Type="http://schemas.openxmlformats.org/officeDocument/2006/relationships/notesSlide" Target="/ppt/notesSlides/notesSlide30.xml" Id="R6a3770b19bed46b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bd7e3ae2b4dc0" /><Relationship Type="http://schemas.openxmlformats.org/officeDocument/2006/relationships/image" Target="/ppt/media/image31.png" Id="Ra62eaa7f3d234d5f" /><Relationship Type="http://schemas.openxmlformats.org/officeDocument/2006/relationships/notesSlide" Target="/ppt/notesSlides/notesSlide31.xml" Id="Rda4bdede74d24fd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927e1ed9ea4e15" /><Relationship Type="http://schemas.openxmlformats.org/officeDocument/2006/relationships/image" Target="/ppt/media/image32.png" Id="R6ce2d90ef56c4f90" /><Relationship Type="http://schemas.openxmlformats.org/officeDocument/2006/relationships/notesSlide" Target="/ppt/notesSlides/notesSlide32.xml" Id="R05c68606667946b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ce1377acb94158" /><Relationship Type="http://schemas.openxmlformats.org/officeDocument/2006/relationships/image" Target="/ppt/media/image33.png" Id="Ra6a1944b50a948bb" /><Relationship Type="http://schemas.openxmlformats.org/officeDocument/2006/relationships/notesSlide" Target="/ppt/notesSlides/notesSlide33.xml" Id="R3d11786e7303413e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e38acb40eb45b4" /><Relationship Type="http://schemas.openxmlformats.org/officeDocument/2006/relationships/image" Target="/ppt/media/image34.png" Id="Rcba7a3c0605246b2" /><Relationship Type="http://schemas.openxmlformats.org/officeDocument/2006/relationships/notesSlide" Target="/ppt/notesSlides/notesSlide34.xml" Id="R7aa69083a8304702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bd3b33daf4671" /><Relationship Type="http://schemas.openxmlformats.org/officeDocument/2006/relationships/image" Target="/ppt/media/image35.png" Id="R97b0c4d888b94f49" /><Relationship Type="http://schemas.openxmlformats.org/officeDocument/2006/relationships/notesSlide" Target="/ppt/notesSlides/notesSlide35.xml" Id="R5b7d3751089c4837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2e97bb7b3246ae" /><Relationship Type="http://schemas.openxmlformats.org/officeDocument/2006/relationships/image" Target="/ppt/media/image36.png" Id="R35a5bab712bf4643" /><Relationship Type="http://schemas.openxmlformats.org/officeDocument/2006/relationships/notesSlide" Target="/ppt/notesSlides/notesSlide36.xml" Id="Rcc6f70fb4916483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a83bd149504650" /><Relationship Type="http://schemas.openxmlformats.org/officeDocument/2006/relationships/image" Target="/ppt/media/image37.png" Id="R1cc31b52ff52450e" /><Relationship Type="http://schemas.openxmlformats.org/officeDocument/2006/relationships/notesSlide" Target="/ppt/notesSlides/notesSlide37.xml" Id="Raeb5f1fbf27c467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bd870236e45fb" /><Relationship Type="http://schemas.openxmlformats.org/officeDocument/2006/relationships/image" Target="/ppt/media/image38.png" Id="R6910530e67c44eeb" /><Relationship Type="http://schemas.openxmlformats.org/officeDocument/2006/relationships/notesSlide" Target="/ppt/notesSlides/notesSlide38.xml" Id="R0102a4bae1bf469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7bf0facc449b3" /><Relationship Type="http://schemas.openxmlformats.org/officeDocument/2006/relationships/image" Target="/ppt/media/image39.png" Id="R5f71dbff1a844231" /><Relationship Type="http://schemas.openxmlformats.org/officeDocument/2006/relationships/notesSlide" Target="/ppt/notesSlides/notesSlide39.xml" Id="Rb92f8effcd1d4dc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91735454514e06" /><Relationship Type="http://schemas.openxmlformats.org/officeDocument/2006/relationships/image" Target="/ppt/media/image40.png" Id="R9d6e955ad63a4fa3" /><Relationship Type="http://schemas.openxmlformats.org/officeDocument/2006/relationships/notesSlide" Target="/ppt/notesSlides/notesSlide40.xml" Id="Rccb7510fa8034970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f8aa0325024624" /><Relationship Type="http://schemas.openxmlformats.org/officeDocument/2006/relationships/image" Target="/ppt/media/image41.png" Id="Rbfb790f99b204501" /><Relationship Type="http://schemas.openxmlformats.org/officeDocument/2006/relationships/notesSlide" Target="/ppt/notesSlides/notesSlide41.xml" Id="R14ef5f1c0b5f4a3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9de102e754737" /><Relationship Type="http://schemas.openxmlformats.org/officeDocument/2006/relationships/image" Target="/ppt/media/image42.png" Id="Re400d33eeb584502" /><Relationship Type="http://schemas.openxmlformats.org/officeDocument/2006/relationships/notesSlide" Target="/ppt/notesSlides/notesSlide42.xml" Id="R25968b9030c648f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df8479fa8249a4" /><Relationship Type="http://schemas.openxmlformats.org/officeDocument/2006/relationships/image" Target="/ppt/media/image43.png" Id="Rd1b19ea749e3405f" /><Relationship Type="http://schemas.openxmlformats.org/officeDocument/2006/relationships/notesSlide" Target="/ppt/notesSlides/notesSlide43.xml" Id="R952c26e49dd44ba5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947213de794581" /><Relationship Type="http://schemas.openxmlformats.org/officeDocument/2006/relationships/image" Target="/ppt/media/image44.png" Id="Rd5901e202c494300" /><Relationship Type="http://schemas.openxmlformats.org/officeDocument/2006/relationships/notesSlide" Target="/ppt/notesSlides/notesSlide44.xml" Id="R8bffe4e74e354ae8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c08860c6494f54" /><Relationship Type="http://schemas.openxmlformats.org/officeDocument/2006/relationships/image" Target="/ppt/media/image45.png" Id="R52fcf0abbc2d40a5" /><Relationship Type="http://schemas.openxmlformats.org/officeDocument/2006/relationships/notesSlide" Target="/ppt/notesSlides/notesSlide45.xml" Id="R1636148d1c4d42c3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71a5d1eae4bcb" /><Relationship Type="http://schemas.openxmlformats.org/officeDocument/2006/relationships/image" Target="/ppt/media/image46.png" Id="R667a6df8753d4a1a" /><Relationship Type="http://schemas.openxmlformats.org/officeDocument/2006/relationships/notesSlide" Target="/ppt/notesSlides/notesSlide46.xml" Id="Rae69b7775d484c77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cf0f7b16bd4224" /><Relationship Type="http://schemas.openxmlformats.org/officeDocument/2006/relationships/image" Target="/ppt/media/image47.png" Id="R22d6d127581641c5" /><Relationship Type="http://schemas.openxmlformats.org/officeDocument/2006/relationships/notesSlide" Target="/ppt/notesSlides/notesSlide47.xml" Id="Rc0001521e6b848c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dcb3b3814489a" /><Relationship Type="http://schemas.openxmlformats.org/officeDocument/2006/relationships/image" Target="/ppt/media/image48.png" Id="R342f8dd1c09a4caf" /><Relationship Type="http://schemas.openxmlformats.org/officeDocument/2006/relationships/notesSlide" Target="/ppt/notesSlides/notesSlide48.xml" Id="R970abf0acdec48cb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8b11b43b64eba" /><Relationship Type="http://schemas.openxmlformats.org/officeDocument/2006/relationships/image" Target="/ppt/media/image49.png" Id="Rb84b394349884ea8" /><Relationship Type="http://schemas.openxmlformats.org/officeDocument/2006/relationships/notesSlide" Target="/ppt/notesSlides/notesSlide49.xml" Id="R93c311f9fc87445d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0203d7e6ee4510" /><Relationship Type="http://schemas.openxmlformats.org/officeDocument/2006/relationships/image" Target="/ppt/media/image50.png" Id="Rec3fadd07b084787" /><Relationship Type="http://schemas.openxmlformats.org/officeDocument/2006/relationships/notesSlide" Target="/ppt/notesSlides/notesSlide50.xml" Id="Rf80724418bd7450f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1146f8d494b40" /><Relationship Type="http://schemas.openxmlformats.org/officeDocument/2006/relationships/image" Target="/ppt/media/image51.png" Id="R4707516afec246f6" /><Relationship Type="http://schemas.openxmlformats.org/officeDocument/2006/relationships/notesSlide" Target="/ppt/notesSlides/notesSlide51.xml" Id="R2ba762203ed342a4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fc672d69e4dab" /><Relationship Type="http://schemas.openxmlformats.org/officeDocument/2006/relationships/image" Target="/ppt/media/image52.png" Id="R055cd92961304130" /><Relationship Type="http://schemas.openxmlformats.org/officeDocument/2006/relationships/notesSlide" Target="/ppt/notesSlides/notesSlide52.xml" Id="Rbb898eb29d454518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0a24eab6b4ee5" /><Relationship Type="http://schemas.openxmlformats.org/officeDocument/2006/relationships/image" Target="/ppt/media/image53.png" Id="Ref595346cfd04b8e" /><Relationship Type="http://schemas.openxmlformats.org/officeDocument/2006/relationships/notesSlide" Target="/ppt/notesSlides/notesSlide53.xml" Id="R0c010ffe74fd46da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e56e7aef37467b" /><Relationship Type="http://schemas.openxmlformats.org/officeDocument/2006/relationships/image" Target="/ppt/media/image54.png" Id="R0c155052bdf94782" /><Relationship Type="http://schemas.openxmlformats.org/officeDocument/2006/relationships/notesSlide" Target="/ppt/notesSlides/notesSlide54.xml" Id="Rb615f853a4104087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868c1d8af24600" /><Relationship Type="http://schemas.openxmlformats.org/officeDocument/2006/relationships/image" Target="/ppt/media/image55.png" Id="Rfb12f66e74364380" /><Relationship Type="http://schemas.openxmlformats.org/officeDocument/2006/relationships/notesSlide" Target="/ppt/notesSlides/notesSlide55.xml" Id="Rd6a91c7bff84405a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1a0a4d4434151" /><Relationship Type="http://schemas.openxmlformats.org/officeDocument/2006/relationships/image" Target="/ppt/media/image56.png" Id="Ra5e814c4998b47f9" /><Relationship Type="http://schemas.openxmlformats.org/officeDocument/2006/relationships/notesSlide" Target="/ppt/notesSlides/notesSlide56.xml" Id="R1f4200d0702c45dc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e771e43c74ead" /><Relationship Type="http://schemas.openxmlformats.org/officeDocument/2006/relationships/image" Target="/ppt/media/image57.png" Id="Rf95f89e9704b45a4" /><Relationship Type="http://schemas.openxmlformats.org/officeDocument/2006/relationships/notesSlide" Target="/ppt/notesSlides/notesSlide57.xml" Id="Rf4a70cec22c84001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98dd6a17144291" /><Relationship Type="http://schemas.openxmlformats.org/officeDocument/2006/relationships/image" Target="/ppt/media/image58.png" Id="R92841ced86d2422c" /><Relationship Type="http://schemas.openxmlformats.org/officeDocument/2006/relationships/notesSlide" Target="/ppt/notesSlides/notesSlide58.xml" Id="R8909a55ee8024bb8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b6b95e1e2d4105" /><Relationship Type="http://schemas.openxmlformats.org/officeDocument/2006/relationships/image" Target="/ppt/media/image59.png" Id="Re1539ab0c0bd49f5" /><Relationship Type="http://schemas.openxmlformats.org/officeDocument/2006/relationships/notesSlide" Target="/ppt/notesSlides/notesSlide59.xml" Id="Rbd9547ac39b5469d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6749a6ee64b9c" /><Relationship Type="http://schemas.openxmlformats.org/officeDocument/2006/relationships/image" Target="/ppt/media/image60.png" Id="R4b7f2df5a0ad4789" /><Relationship Type="http://schemas.openxmlformats.org/officeDocument/2006/relationships/notesSlide" Target="/ppt/notesSlides/notesSlide60.xml" Id="R233142eef4c348cf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ac094d45bf4a8c" /><Relationship Type="http://schemas.openxmlformats.org/officeDocument/2006/relationships/image" Target="/ppt/media/image61.png" Id="R892656b3db7f4632" /><Relationship Type="http://schemas.openxmlformats.org/officeDocument/2006/relationships/notesSlide" Target="/ppt/notesSlides/notesSlide61.xml" Id="R729703aee4bc484e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274f95cd542b5" /><Relationship Type="http://schemas.openxmlformats.org/officeDocument/2006/relationships/image" Target="/ppt/media/image62.png" Id="Rcaaf0c692a30458d" /><Relationship Type="http://schemas.openxmlformats.org/officeDocument/2006/relationships/notesSlide" Target="/ppt/notesSlides/notesSlide62.xml" Id="R1c5ad30706db4123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510efbae5a487b" /><Relationship Type="http://schemas.openxmlformats.org/officeDocument/2006/relationships/image" Target="/ppt/media/image63.png" Id="R0da89343d2df42a9" /><Relationship Type="http://schemas.openxmlformats.org/officeDocument/2006/relationships/notesSlide" Target="/ppt/notesSlides/notesSlide63.xml" Id="R0204124e75744838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8bd0caed04083" /><Relationship Type="http://schemas.openxmlformats.org/officeDocument/2006/relationships/image" Target="/ppt/media/image64.png" Id="R16acdcbf334647ed" /><Relationship Type="http://schemas.openxmlformats.org/officeDocument/2006/relationships/notesSlide" Target="/ppt/notesSlides/notesSlide64.xml" Id="R7ae88acd01b84275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96950e85845d5" /><Relationship Type="http://schemas.openxmlformats.org/officeDocument/2006/relationships/image" Target="/ppt/media/image65.png" Id="R234d6cad7c4a402f" /><Relationship Type="http://schemas.openxmlformats.org/officeDocument/2006/relationships/notesSlide" Target="/ppt/notesSlides/notesSlide65.xml" Id="R5641be20d72c4e48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40587b8fc4165" /><Relationship Type="http://schemas.openxmlformats.org/officeDocument/2006/relationships/image" Target="/ppt/media/image66.png" Id="R9c6f2644a1b74e8c" /><Relationship Type="http://schemas.openxmlformats.org/officeDocument/2006/relationships/notesSlide" Target="/ppt/notesSlides/notesSlide66.xml" Id="Ra7b4593c9fed45fb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18f1ba77ee484a" /><Relationship Type="http://schemas.openxmlformats.org/officeDocument/2006/relationships/image" Target="/ppt/media/image67.png" Id="R23111f6a055c4ec7" /><Relationship Type="http://schemas.openxmlformats.org/officeDocument/2006/relationships/notesSlide" Target="/ppt/notesSlides/notesSlide67.xml" Id="R46f9ec2c8833438f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e305f99b44bcc" /><Relationship Type="http://schemas.openxmlformats.org/officeDocument/2006/relationships/image" Target="/ppt/media/image68.png" Id="Rd1308b55ffe34948" /><Relationship Type="http://schemas.openxmlformats.org/officeDocument/2006/relationships/notesSlide" Target="/ppt/notesSlides/notesSlide68.xml" Id="Rd6b8cbadadcc48e3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ad7d35941429d" /><Relationship Type="http://schemas.openxmlformats.org/officeDocument/2006/relationships/image" Target="/ppt/media/image69.png" Id="R94db8097f38a4c5a" /><Relationship Type="http://schemas.openxmlformats.org/officeDocument/2006/relationships/notesSlide" Target="/ppt/notesSlides/notesSlide69.xml" Id="R440042e3a3524f6a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e532558e74486f" /><Relationship Type="http://schemas.openxmlformats.org/officeDocument/2006/relationships/image" Target="/ppt/media/image70.png" Id="R24f8d06c95544eaf" /><Relationship Type="http://schemas.openxmlformats.org/officeDocument/2006/relationships/notesSlide" Target="/ppt/notesSlides/notesSlide70.xml" Id="R95f22431afbc4da2" /></Relationships>
</file>

<file path=ppt/slides/_rels/slide7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3bc263d92456b" /><Relationship Type="http://schemas.openxmlformats.org/officeDocument/2006/relationships/image" Target="/ppt/media/image71.png" Id="R9732e28024f14494" /><Relationship Type="http://schemas.openxmlformats.org/officeDocument/2006/relationships/notesSlide" Target="/ppt/notesSlides/notesSlide71.xml" Id="Re6061cc8a0e14a51" /></Relationships>
</file>

<file path=ppt/slides/_rels/slide7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6f8c02a844dc0" /><Relationship Type="http://schemas.openxmlformats.org/officeDocument/2006/relationships/image" Target="/ppt/media/image72.png" Id="R4f50d3f90ff547ce" /><Relationship Type="http://schemas.openxmlformats.org/officeDocument/2006/relationships/notesSlide" Target="/ppt/notesSlides/notesSlide72.xml" Id="Rd724df85700b43f7" /></Relationships>
</file>

<file path=ppt/slides/_rels/slide7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6e5cc278d4d61" /><Relationship Type="http://schemas.openxmlformats.org/officeDocument/2006/relationships/image" Target="/ppt/media/image73.png" Id="R4d287da11c524914" /><Relationship Type="http://schemas.openxmlformats.org/officeDocument/2006/relationships/notesSlide" Target="/ppt/notesSlides/notesSlide73.xml" Id="R8f9a7fb02acf4ab1" /></Relationships>
</file>

<file path=ppt/slides/_rels/slide7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bf2e19dcca478c" /><Relationship Type="http://schemas.openxmlformats.org/officeDocument/2006/relationships/image" Target="/ppt/media/image74.png" Id="Rfcec2a5dc9824193" /><Relationship Type="http://schemas.openxmlformats.org/officeDocument/2006/relationships/notesSlide" Target="/ppt/notesSlides/notesSlide74.xml" Id="Rd352b2c1439846be" /></Relationships>
</file>

<file path=ppt/slides/_rels/slide7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a9eec3c264eb6" /><Relationship Type="http://schemas.openxmlformats.org/officeDocument/2006/relationships/image" Target="/ppt/media/image75.png" Id="Rcaa8f4795e704819" /><Relationship Type="http://schemas.openxmlformats.org/officeDocument/2006/relationships/notesSlide" Target="/ppt/notesSlides/notesSlide75.xml" Id="R8170e27b016f471c" /></Relationships>
</file>

<file path=ppt/slides/_rels/slide7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9351c58596421d" /><Relationship Type="http://schemas.openxmlformats.org/officeDocument/2006/relationships/image" Target="/ppt/media/image76.png" Id="R48c3ccde5b154d4b" /><Relationship Type="http://schemas.openxmlformats.org/officeDocument/2006/relationships/notesSlide" Target="/ppt/notesSlides/notesSlide76.xml" Id="R66564d8dc894467f" /></Relationships>
</file>

<file path=ppt/slides/_rels/slide7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5f0c644efc432b" /><Relationship Type="http://schemas.openxmlformats.org/officeDocument/2006/relationships/image" Target="/ppt/media/image77.png" Id="R9ab6297b59b34912" /><Relationship Type="http://schemas.openxmlformats.org/officeDocument/2006/relationships/notesSlide" Target="/ppt/notesSlides/notesSlide77.xml" Id="R163ec2f18b6f4009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4ebbe1c32d41c6" /><Relationship Type="http://schemas.openxmlformats.org/officeDocument/2006/relationships/image" Target="/ppt/media/image78.png" Id="R2fcb83eba59d4ea0" /><Relationship Type="http://schemas.openxmlformats.org/officeDocument/2006/relationships/notesSlide" Target="/ppt/notesSlides/notesSlide78.xml" Id="Rd1013a197edc45ed" /></Relationships>
</file>

<file path=ppt/slides/_rels/slide7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7bd1a407cf4d35" /><Relationship Type="http://schemas.openxmlformats.org/officeDocument/2006/relationships/image" Target="/ppt/media/image79.png" Id="Rc095d1562921456d" /><Relationship Type="http://schemas.openxmlformats.org/officeDocument/2006/relationships/notesSlide" Target="/ppt/notesSlides/notesSlide79.xml" Id="R22d58abb381b4715" /></Relationships>
</file>

<file path=ppt/slides/_rels/slide8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07ccfa0d84ea9" /><Relationship Type="http://schemas.openxmlformats.org/officeDocument/2006/relationships/image" Target="/ppt/media/image80.png" Id="Rda388f685ea34712" /><Relationship Type="http://schemas.openxmlformats.org/officeDocument/2006/relationships/notesSlide" Target="/ppt/notesSlides/notesSlide80.xml" Id="R6cb6ed981f73478d" /></Relationships>
</file>

<file path=ppt/slides/_rels/slide8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ff97f695b4e74" /><Relationship Type="http://schemas.openxmlformats.org/officeDocument/2006/relationships/image" Target="/ppt/media/image81.png" Id="Rb6ca958100f441de" /><Relationship Type="http://schemas.openxmlformats.org/officeDocument/2006/relationships/notesSlide" Target="/ppt/notesSlides/notesSlide81.xml" Id="R07dcf8e656564e71" /></Relationships>
</file>

<file path=ppt/slides/_rels/slide8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a353f448a4d0f" /><Relationship Type="http://schemas.openxmlformats.org/officeDocument/2006/relationships/image" Target="/ppt/media/image82.png" Id="R6217c88515314383" /><Relationship Type="http://schemas.openxmlformats.org/officeDocument/2006/relationships/notesSlide" Target="/ppt/notesSlides/notesSlide82.xml" Id="R638caf5374494e48" /></Relationships>
</file>

<file path=ppt/slides/_rels/slide8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6970268564f81" /><Relationship Type="http://schemas.openxmlformats.org/officeDocument/2006/relationships/image" Target="/ppt/media/image83.png" Id="R797e09b28fa54fba" /><Relationship Type="http://schemas.openxmlformats.org/officeDocument/2006/relationships/notesSlide" Target="/ppt/notesSlides/notesSlide83.xml" Id="R7157450a0c9f40d4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70c379b2b6485d" /><Relationship Type="http://schemas.openxmlformats.org/officeDocument/2006/relationships/image" Target="/ppt/media/image84.png" Id="Rb93886f296614345" /><Relationship Type="http://schemas.openxmlformats.org/officeDocument/2006/relationships/notesSlide" Target="/ppt/notesSlides/notesSlide84.xml" Id="R2d488a73052748ff" /></Relationships>
</file>

<file path=ppt/slides/_rels/slide8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3e861159c742ab" /><Relationship Type="http://schemas.openxmlformats.org/officeDocument/2006/relationships/image" Target="/ppt/media/image85.png" Id="R1732356009f147cd" /><Relationship Type="http://schemas.openxmlformats.org/officeDocument/2006/relationships/notesSlide" Target="/ppt/notesSlides/notesSlide85.xml" Id="R24f4bde67fd745d6" /></Relationships>
</file>

<file path=ppt/slides/_rels/slide8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23ac34075e4328" /><Relationship Type="http://schemas.openxmlformats.org/officeDocument/2006/relationships/image" Target="/ppt/media/image86.png" Id="R301df274b1014527" /><Relationship Type="http://schemas.openxmlformats.org/officeDocument/2006/relationships/notesSlide" Target="/ppt/notesSlides/notesSlide86.xml" Id="R42dc4ccb31a84433" /></Relationships>
</file>

<file path=ppt/slides/_rels/slide8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f6a63994f4e9d" /><Relationship Type="http://schemas.openxmlformats.org/officeDocument/2006/relationships/image" Target="/ppt/media/image87.png" Id="Ra675c6b15cf246e3" /><Relationship Type="http://schemas.openxmlformats.org/officeDocument/2006/relationships/notesSlide" Target="/ppt/notesSlides/notesSlide87.xml" Id="R6a7919e4e61249a9" /></Relationships>
</file>

<file path=ppt/slides/_rels/slide8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a1949e256416c" /><Relationship Type="http://schemas.openxmlformats.org/officeDocument/2006/relationships/image" Target="/ppt/media/image88.png" Id="R668855c2aae746a7" /><Relationship Type="http://schemas.openxmlformats.org/officeDocument/2006/relationships/notesSlide" Target="/ppt/notesSlides/notesSlide88.xml" Id="R82881ddc2e0b4fb9" /></Relationships>
</file>

<file path=ppt/slides/_rels/slide8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00f63849db4c18" /><Relationship Type="http://schemas.openxmlformats.org/officeDocument/2006/relationships/image" Target="/ppt/media/image89.png" Id="R7148770088f642dc" /><Relationship Type="http://schemas.openxmlformats.org/officeDocument/2006/relationships/notesSlide" Target="/ppt/notesSlides/notesSlide89.xml" Id="R8ce1e9f894fe408c" /></Relationships>
</file>

<file path=ppt/slides/_rels/slide9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b63147ba745d1" /><Relationship Type="http://schemas.openxmlformats.org/officeDocument/2006/relationships/image" Target="/ppt/media/image90.png" Id="Ra98bc10b005e4d64" /><Relationship Type="http://schemas.openxmlformats.org/officeDocument/2006/relationships/notesSlide" Target="/ppt/notesSlides/notesSlide90.xml" Id="R8c84f260d12e4727" /></Relationships>
</file>

<file path=ppt/slides/_rels/slide9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3f4a13b64946a2" /><Relationship Type="http://schemas.openxmlformats.org/officeDocument/2006/relationships/image" Target="/ppt/media/image91.png" Id="R3f4d242759ce4c2b" /><Relationship Type="http://schemas.openxmlformats.org/officeDocument/2006/relationships/notesSlide" Target="/ppt/notesSlides/notesSlide91.xml" Id="R400fb89fee064d7d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6197ce853d480f" /><Relationship Type="http://schemas.openxmlformats.org/officeDocument/2006/relationships/image" Target="/ppt/media/image92.png" Id="R1d9ca65a522844f5" /><Relationship Type="http://schemas.openxmlformats.org/officeDocument/2006/relationships/notesSlide" Target="/ppt/notesSlides/notesSlide92.xml" Id="R70744f3695724410" /></Relationships>
</file>

<file path=ppt/slides/_rels/slide9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6ed29e2f44d32" /><Relationship Type="http://schemas.openxmlformats.org/officeDocument/2006/relationships/image" Target="/ppt/media/image93.png" Id="Rd43880f1afeb4d38" /><Relationship Type="http://schemas.openxmlformats.org/officeDocument/2006/relationships/notesSlide" Target="/ppt/notesSlides/notesSlide93.xml" Id="R896d8bb6f8fa43a7" /></Relationships>
</file>

<file path=ppt/slides/_rels/slide9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8318398cf4d22" /><Relationship Type="http://schemas.openxmlformats.org/officeDocument/2006/relationships/image" Target="/ppt/media/image94.png" Id="Rc734edc3815847df" /><Relationship Type="http://schemas.openxmlformats.org/officeDocument/2006/relationships/notesSlide" Target="/ppt/notesSlides/notesSlide94.xml" Id="R997ade363106475b" /></Relationships>
</file>

<file path=ppt/slides/_rels/slide9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ea97de85946d7" /><Relationship Type="http://schemas.openxmlformats.org/officeDocument/2006/relationships/image" Target="/ppt/media/image95.png" Id="Rfaf904926f5f433b" /><Relationship Type="http://schemas.openxmlformats.org/officeDocument/2006/relationships/notesSlide" Target="/ppt/notesSlides/notesSlide95.xml" Id="R0169743b418848ca" /></Relationships>
</file>

<file path=ppt/slides/_rels/slide9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fef2eba494dc0" /><Relationship Type="http://schemas.openxmlformats.org/officeDocument/2006/relationships/image" Target="/ppt/media/image96.png" Id="R5687d94ed8124317" /><Relationship Type="http://schemas.openxmlformats.org/officeDocument/2006/relationships/notesSlide" Target="/ppt/notesSlides/notesSlide96.xml" Id="R04c6a6d63d904891" /></Relationships>
</file>

<file path=ppt/slides/_rels/slide9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2d247191b44238" /><Relationship Type="http://schemas.openxmlformats.org/officeDocument/2006/relationships/image" Target="/ppt/media/image97.png" Id="R76eb986a122542bf" /><Relationship Type="http://schemas.openxmlformats.org/officeDocument/2006/relationships/notesSlide" Target="/ppt/notesSlides/notesSlide97.xml" Id="R1b017f55cf6848cf" /></Relationships>
</file>

<file path=ppt/slides/_rels/slide9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5442051c643c3" /><Relationship Type="http://schemas.openxmlformats.org/officeDocument/2006/relationships/image" Target="/ppt/media/image98.png" Id="R2ca3c7208edc4c23" /><Relationship Type="http://schemas.openxmlformats.org/officeDocument/2006/relationships/notesSlide" Target="/ppt/notesSlides/notesSlide98.xml" Id="R1189bce2649c424d" /></Relationships>
</file>

<file path=ppt/slides/_rels/slide9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36f8106754753" /><Relationship Type="http://schemas.openxmlformats.org/officeDocument/2006/relationships/image" Target="/ppt/media/image99.png" Id="R247b6616ca9f4df2" /><Relationship Type="http://schemas.openxmlformats.org/officeDocument/2006/relationships/notesSlide" Target="/ppt/notesSlides/notesSlide99.xml" Id="R8ebfa99f39ec4e81" /></Relationships>
</file>

<file path=ppt/slides/_rels/slide10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2590c36254a05" /><Relationship Type="http://schemas.openxmlformats.org/officeDocument/2006/relationships/image" Target="/ppt/media/image100.png" Id="R3bbaa38da9d5433c" /><Relationship Type="http://schemas.openxmlformats.org/officeDocument/2006/relationships/notesSlide" Target="/ppt/notesSlides/notesSlide100.xml" Id="R50e6b04443ee4dc1" /></Relationships>
</file>

<file path=ppt/slides/_rels/slide10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c24d99a7f4b2d" /><Relationship Type="http://schemas.openxmlformats.org/officeDocument/2006/relationships/image" Target="/ppt/media/image101.png" Id="R17e2c93d0109428e" /><Relationship Type="http://schemas.openxmlformats.org/officeDocument/2006/relationships/notesSlide" Target="/ppt/notesSlides/notesSlide101.xml" Id="R27e751892bd545ef" /></Relationships>
</file>

<file path=ppt/slides/_rels/slide10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db8dcd2cbd4361" /><Relationship Type="http://schemas.openxmlformats.org/officeDocument/2006/relationships/image" Target="/ppt/media/image102.png" Id="R1a4ac0da868548d1" /><Relationship Type="http://schemas.openxmlformats.org/officeDocument/2006/relationships/notesSlide" Target="/ppt/notesSlides/notesSlide102.xml" Id="Rb3efa2366611462a" /></Relationships>
</file>

<file path=ppt/slides/_rels/slide10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ac0dccdc141ef" /><Relationship Type="http://schemas.openxmlformats.org/officeDocument/2006/relationships/image" Target="/ppt/media/image103.png" Id="R3fbb5fc922a24dad" /><Relationship Type="http://schemas.openxmlformats.org/officeDocument/2006/relationships/notesSlide" Target="/ppt/notesSlides/notesSlide103.xml" Id="R7cb1de9d8bc94d2e" /></Relationships>
</file>

<file path=ppt/slides/_rels/slide10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6489544c84162" /><Relationship Type="http://schemas.openxmlformats.org/officeDocument/2006/relationships/image" Target="/ppt/media/image104.png" Id="R206665afb7e24573" /><Relationship Type="http://schemas.openxmlformats.org/officeDocument/2006/relationships/notesSlide" Target="/ppt/notesSlides/notesSlide104.xml" Id="Rd0d3d2977ee2477b" /></Relationships>
</file>

<file path=ppt/slides/_rels/slide10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09fb36c1641c9" /><Relationship Type="http://schemas.openxmlformats.org/officeDocument/2006/relationships/image" Target="/ppt/media/image105.png" Id="R373e91d9ced34d80" /><Relationship Type="http://schemas.openxmlformats.org/officeDocument/2006/relationships/notesSlide" Target="/ppt/notesSlides/notesSlide105.xml" Id="R26572caebdbc4069" /></Relationships>
</file>

<file path=ppt/slides/_rels/slide10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5668f1c5f42d8" /><Relationship Type="http://schemas.openxmlformats.org/officeDocument/2006/relationships/image" Target="/ppt/media/image106.png" Id="Rb7de20220e2c4f4a" /><Relationship Type="http://schemas.openxmlformats.org/officeDocument/2006/relationships/notesSlide" Target="/ppt/notesSlides/notesSlide106.xml" Id="R9f3115550bf74722" /></Relationships>
</file>

<file path=ppt/slides/_rels/slide10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b71dae6b614fbb" /><Relationship Type="http://schemas.openxmlformats.org/officeDocument/2006/relationships/image" Target="/ppt/media/image107.png" Id="R3f7426eb211f4b75" /><Relationship Type="http://schemas.openxmlformats.org/officeDocument/2006/relationships/notesSlide" Target="/ppt/notesSlides/notesSlide107.xml" Id="R7919cea7286a4f52" /></Relationships>
</file>

<file path=ppt/slides/_rels/slide10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4f7ce1db140bd" /><Relationship Type="http://schemas.openxmlformats.org/officeDocument/2006/relationships/image" Target="/ppt/media/image108.png" Id="R4a1cdf2cbbde416c" /><Relationship Type="http://schemas.openxmlformats.org/officeDocument/2006/relationships/notesSlide" Target="/ppt/notesSlides/notesSlide108.xml" Id="Reb92fbc2ffd84f9b" /></Relationships>
</file>

<file path=ppt/slides/_rels/slide10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d2cca678f423d" /><Relationship Type="http://schemas.openxmlformats.org/officeDocument/2006/relationships/image" Target="/ppt/media/image109.png" Id="R432fd519eb814dec" /><Relationship Type="http://schemas.openxmlformats.org/officeDocument/2006/relationships/notesSlide" Target="/ppt/notesSlides/notesSlide109.xml" Id="Rd6802c0c14824a41" /></Relationships>
</file>

<file path=ppt/slides/_rels/slide1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7848998984b3a" /><Relationship Type="http://schemas.openxmlformats.org/officeDocument/2006/relationships/image" Target="/ppt/media/image110.png" Id="R0c04e469923c47a0" /><Relationship Type="http://schemas.openxmlformats.org/officeDocument/2006/relationships/notesSlide" Target="/ppt/notesSlides/notesSlide110.xml" Id="R87d72b645fbf459a" /></Relationships>
</file>

<file path=ppt/slides/_rels/slide1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87a7ba3f14399" /><Relationship Type="http://schemas.openxmlformats.org/officeDocument/2006/relationships/image" Target="/ppt/media/image111.png" Id="R3187913833ad4ea5" /><Relationship Type="http://schemas.openxmlformats.org/officeDocument/2006/relationships/notesSlide" Target="/ppt/notesSlides/notesSlide111.xml" Id="Ra34c3189811b416e" /></Relationships>
</file>

<file path=ppt/slides/_rels/slide1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a20dd337e4be8" /><Relationship Type="http://schemas.openxmlformats.org/officeDocument/2006/relationships/image" Target="/ppt/media/image112.png" Id="Ra289ff61b0be4416" /><Relationship Type="http://schemas.openxmlformats.org/officeDocument/2006/relationships/notesSlide" Target="/ppt/notesSlides/notesSlide112.xml" Id="R18ce142c1fdf47c7" /></Relationships>
</file>

<file path=ppt/slides/_rels/slide1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3099cd42a04aa5" /><Relationship Type="http://schemas.openxmlformats.org/officeDocument/2006/relationships/image" Target="/ppt/media/image113.png" Id="R23a62a4025504799" /><Relationship Type="http://schemas.openxmlformats.org/officeDocument/2006/relationships/notesSlide" Target="/ppt/notesSlides/notesSlide113.xml" Id="R22d05f130e744dff" /></Relationships>
</file>

<file path=ppt/slides/_rels/slide1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8dcdb138e4df5" /><Relationship Type="http://schemas.openxmlformats.org/officeDocument/2006/relationships/image" Target="/ppt/media/image114.png" Id="R42dc2588de834f55" /><Relationship Type="http://schemas.openxmlformats.org/officeDocument/2006/relationships/notesSlide" Target="/ppt/notesSlides/notesSlide114.xml" Id="R5c0f3d72876f46db" /></Relationships>
</file>

<file path=ppt/slides/_rels/slide1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7afc7b438a4013" /><Relationship Type="http://schemas.openxmlformats.org/officeDocument/2006/relationships/image" Target="/ppt/media/image115.png" Id="R30761bde07834e8c" /><Relationship Type="http://schemas.openxmlformats.org/officeDocument/2006/relationships/notesSlide" Target="/ppt/notesSlides/notesSlide115.xml" Id="Raca4ab2c83ec4294" /></Relationships>
</file>

<file path=ppt/slides/_rels/slide1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27e2605fa14733" /><Relationship Type="http://schemas.openxmlformats.org/officeDocument/2006/relationships/image" Target="/ppt/media/image116.png" Id="R11da1d78fc634420" /><Relationship Type="http://schemas.openxmlformats.org/officeDocument/2006/relationships/notesSlide" Target="/ppt/notesSlides/notesSlide116.xml" Id="R623494a1d1c84023" /></Relationships>
</file>

<file path=ppt/slides/_rels/slide1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05ae9cd13f4be9" /><Relationship Type="http://schemas.openxmlformats.org/officeDocument/2006/relationships/image" Target="/ppt/media/image117.png" Id="R4bd323e5bea84ab2" /><Relationship Type="http://schemas.openxmlformats.org/officeDocument/2006/relationships/notesSlide" Target="/ppt/notesSlides/notesSlide117.xml" Id="R238875acc7e84723" /></Relationships>
</file>

<file path=ppt/slides/_rels/slide1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42313f5774162" /><Relationship Type="http://schemas.openxmlformats.org/officeDocument/2006/relationships/image" Target="/ppt/media/image118.png" Id="Rbf60fde05e87400f" /><Relationship Type="http://schemas.openxmlformats.org/officeDocument/2006/relationships/notesSlide" Target="/ppt/notesSlides/notesSlide118.xml" Id="R72b4b63d3ba24f7d" /></Relationships>
</file>

<file path=ppt/slides/_rels/slide1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7dae5faa64fae" /><Relationship Type="http://schemas.openxmlformats.org/officeDocument/2006/relationships/image" Target="/ppt/media/image119.png" Id="Rd0667bf55071451d" /><Relationship Type="http://schemas.openxmlformats.org/officeDocument/2006/relationships/notesSlide" Target="/ppt/notesSlides/notesSlide119.xml" Id="R2cbb03939aa1463a" /></Relationships>
</file>

<file path=ppt/slides/_rels/slide1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0d752998e94ed5" /><Relationship Type="http://schemas.openxmlformats.org/officeDocument/2006/relationships/image" Target="/ppt/media/image120.png" Id="R2066b33a6f3f4948" /><Relationship Type="http://schemas.openxmlformats.org/officeDocument/2006/relationships/notesSlide" Target="/ppt/notesSlides/notesSlide120.xml" Id="Rcad43b88675e4b55" /></Relationships>
</file>

<file path=ppt/slides/_rels/slide1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4cec55bac4961" /><Relationship Type="http://schemas.openxmlformats.org/officeDocument/2006/relationships/image" Target="/ppt/media/image121.png" Id="Rb3e0bd2d5c2d4a84" /><Relationship Type="http://schemas.openxmlformats.org/officeDocument/2006/relationships/notesSlide" Target="/ppt/notesSlides/notesSlide121.xml" Id="Rb0fab3c5d46b49a7" /></Relationships>
</file>

<file path=ppt/slides/_rels/slide1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407812ce2b4e3c" /><Relationship Type="http://schemas.openxmlformats.org/officeDocument/2006/relationships/image" Target="/ppt/media/image122.png" Id="Rd5f43fc843b747d6" /><Relationship Type="http://schemas.openxmlformats.org/officeDocument/2006/relationships/notesSlide" Target="/ppt/notesSlides/notesSlide122.xml" Id="Rfa2a4648740c435e" /></Relationships>
</file>

<file path=ppt/slides/_rels/slide1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5af73055547b3" /><Relationship Type="http://schemas.openxmlformats.org/officeDocument/2006/relationships/image" Target="/ppt/media/image123.png" Id="Recac70a769d44fff" /><Relationship Type="http://schemas.openxmlformats.org/officeDocument/2006/relationships/notesSlide" Target="/ppt/notesSlides/notesSlide123.xml" Id="Rd47d7a2916394ee7" /></Relationships>
</file>

<file path=ppt/slides/_rels/slide1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13c547a9cf4b0f" /><Relationship Type="http://schemas.openxmlformats.org/officeDocument/2006/relationships/image" Target="/ppt/media/image124.png" Id="R3ab243edfe664d6b" /><Relationship Type="http://schemas.openxmlformats.org/officeDocument/2006/relationships/notesSlide" Target="/ppt/notesSlides/notesSlide124.xml" Id="Rd25c8ac6aaa84e70" /></Relationships>
</file>

<file path=ppt/slides/_rels/slide1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1a52cdd4f4f71" /><Relationship Type="http://schemas.openxmlformats.org/officeDocument/2006/relationships/image" Target="/ppt/media/image125.png" Id="R8b67357cc4df4d98" /><Relationship Type="http://schemas.openxmlformats.org/officeDocument/2006/relationships/notesSlide" Target="/ppt/notesSlides/notesSlide125.xml" Id="R7d57461eb1bc45b8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3753f3aac45f9" /><Relationship Type="http://schemas.openxmlformats.org/officeDocument/2006/relationships/image" Target="/ppt/media/image126.png" Id="Re5571e2487cb47ac" /><Relationship Type="http://schemas.openxmlformats.org/officeDocument/2006/relationships/notesSlide" Target="/ppt/notesSlides/notesSlide126.xml" Id="Re6157e8eeaa64e3f" /></Relationships>
</file>

<file path=ppt/slides/_rels/slide1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ac8c273c94758" /><Relationship Type="http://schemas.openxmlformats.org/officeDocument/2006/relationships/image" Target="/ppt/media/image127.png" Id="Rceca44c6d99a4e0f" /><Relationship Type="http://schemas.openxmlformats.org/officeDocument/2006/relationships/notesSlide" Target="/ppt/notesSlides/notesSlide127.xml" Id="Rf1028ccc4f4b427d" /></Relationships>
</file>

<file path=ppt/slides/_rels/slide1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f2975bc5df4a4b" /><Relationship Type="http://schemas.openxmlformats.org/officeDocument/2006/relationships/image" Target="/ppt/media/image128.png" Id="R119bfbba435445bf" /><Relationship Type="http://schemas.openxmlformats.org/officeDocument/2006/relationships/notesSlide" Target="/ppt/notesSlides/notesSlide128.xml" Id="R6ef4b5d4629e48f9" /></Relationships>
</file>

<file path=ppt/slides/_rels/slide1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544dae37240e0" /><Relationship Type="http://schemas.openxmlformats.org/officeDocument/2006/relationships/image" Target="/ppt/media/image129.png" Id="R6df8c089fa634c8f" /><Relationship Type="http://schemas.openxmlformats.org/officeDocument/2006/relationships/notesSlide" Target="/ppt/notesSlides/notesSlide129.xml" Id="R86e6723ae00e40b3" /></Relationships>
</file>

<file path=ppt/slides/_rels/slide1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254adc51464cc2" /><Relationship Type="http://schemas.openxmlformats.org/officeDocument/2006/relationships/image" Target="/ppt/media/image130.png" Id="Rb8af6e75359b498e" /><Relationship Type="http://schemas.openxmlformats.org/officeDocument/2006/relationships/notesSlide" Target="/ppt/notesSlides/notesSlide130.xml" Id="R3c572d4d2bc1465e" /></Relationships>
</file>

<file path=ppt/slides/_rels/slide1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751adbdd1401e" /><Relationship Type="http://schemas.openxmlformats.org/officeDocument/2006/relationships/image" Target="/ppt/media/image131.png" Id="R4951f87cbd124d73" /><Relationship Type="http://schemas.openxmlformats.org/officeDocument/2006/relationships/notesSlide" Target="/ppt/notesSlides/notesSlide131.xml" Id="Rd300a76cd78c4715" /></Relationships>
</file>

<file path=ppt/slides/_rels/slide1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c08bd743a54fe5" /><Relationship Type="http://schemas.openxmlformats.org/officeDocument/2006/relationships/image" Target="/ppt/media/image132.png" Id="Rcec7743c26394196" /><Relationship Type="http://schemas.openxmlformats.org/officeDocument/2006/relationships/notesSlide" Target="/ppt/notesSlides/notesSlide132.xml" Id="R22d7e09fc69d4cb8" /></Relationships>
</file>

<file path=ppt/slides/_rels/slide1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b7ce2346549d5" /><Relationship Type="http://schemas.openxmlformats.org/officeDocument/2006/relationships/image" Target="/ppt/media/image133.png" Id="R79f430b6a98f4edc" /><Relationship Type="http://schemas.openxmlformats.org/officeDocument/2006/relationships/notesSlide" Target="/ppt/notesSlides/notesSlide133.xml" Id="R17451754ab504d08" /></Relationships>
</file>

<file path=ppt/slides/_rels/slide1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3f51639ec84763" /><Relationship Type="http://schemas.openxmlformats.org/officeDocument/2006/relationships/image" Target="/ppt/media/image134.png" Id="Rc25f41671a794688" /><Relationship Type="http://schemas.openxmlformats.org/officeDocument/2006/relationships/notesSlide" Target="/ppt/notesSlides/notesSlide134.xml" Id="R9767da37cd9d4f4c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3f00f4efd4fa7" /><Relationship Type="http://schemas.openxmlformats.org/officeDocument/2006/relationships/image" Target="/ppt/media/image135.png" Id="R7d16d88df8c64382" /><Relationship Type="http://schemas.openxmlformats.org/officeDocument/2006/relationships/notesSlide" Target="/ppt/notesSlides/notesSlide135.xml" Id="R6da4acf0804e421c" /></Relationships>
</file>

<file path=ppt/slides/_rels/slide1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4104bd7b245a4" /><Relationship Type="http://schemas.openxmlformats.org/officeDocument/2006/relationships/image" Target="/ppt/media/image136.png" Id="R6245596ee62f4d39" /><Relationship Type="http://schemas.openxmlformats.org/officeDocument/2006/relationships/notesSlide" Target="/ppt/notesSlides/notesSlide136.xml" Id="Rdf02d4874daf4f79" /></Relationships>
</file>

<file path=ppt/slides/_rels/slide1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f57feb55e4ba7" /><Relationship Type="http://schemas.openxmlformats.org/officeDocument/2006/relationships/image" Target="/ppt/media/image137.png" Id="R82f8ec8e4b724015" /><Relationship Type="http://schemas.openxmlformats.org/officeDocument/2006/relationships/notesSlide" Target="/ppt/notesSlides/notesSlide137.xml" Id="Ra444f6b798ec47a0" /></Relationships>
</file>

<file path=ppt/slides/_rels/slide1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acdc7cea84b4a" /><Relationship Type="http://schemas.openxmlformats.org/officeDocument/2006/relationships/image" Target="/ppt/media/image138.png" Id="Rf52d71f7325b4c95" /><Relationship Type="http://schemas.openxmlformats.org/officeDocument/2006/relationships/notesSlide" Target="/ppt/notesSlides/notesSlide138.xml" Id="R299cff2fee544c87" /></Relationships>
</file>

<file path=ppt/slides/_rels/slide1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a8415aa5584506" /><Relationship Type="http://schemas.openxmlformats.org/officeDocument/2006/relationships/image" Target="/ppt/media/image139.png" Id="R6390eecb529241d2" /><Relationship Type="http://schemas.openxmlformats.org/officeDocument/2006/relationships/notesSlide" Target="/ppt/notesSlides/notesSlide139.xml" Id="Rf51a83357446477a" /></Relationships>
</file>

<file path=ppt/slides/_rels/slide1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463decef1947be" /><Relationship Type="http://schemas.openxmlformats.org/officeDocument/2006/relationships/image" Target="/ppt/media/image140.png" Id="R8ae51cf759294df6" /><Relationship Type="http://schemas.openxmlformats.org/officeDocument/2006/relationships/notesSlide" Target="/ppt/notesSlides/notesSlide140.xml" Id="R71fceeb493a54cbc" /></Relationships>
</file>

<file path=ppt/slides/_rels/slide1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2f82c6a8640e2" /><Relationship Type="http://schemas.openxmlformats.org/officeDocument/2006/relationships/image" Target="/ppt/media/image141.png" Id="R936ac75f065b4907" /><Relationship Type="http://schemas.openxmlformats.org/officeDocument/2006/relationships/notesSlide" Target="/ppt/notesSlides/notesSlide141.xml" Id="Rfc0e8374db914e8e" /></Relationships>
</file>

<file path=ppt/slides/_rels/slide1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c632db908e4bdf" /><Relationship Type="http://schemas.openxmlformats.org/officeDocument/2006/relationships/image" Target="/ppt/media/image142.png" Id="R4cb96725009b43bd" /><Relationship Type="http://schemas.openxmlformats.org/officeDocument/2006/relationships/notesSlide" Target="/ppt/notesSlides/notesSlide142.xml" Id="Re161075958424008" /></Relationships>
</file>

<file path=ppt/slides/_rels/slide1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234078c91a4a18" /><Relationship Type="http://schemas.openxmlformats.org/officeDocument/2006/relationships/image" Target="/ppt/media/image143.png" Id="R5efc4a7ce8e54dda" /><Relationship Type="http://schemas.openxmlformats.org/officeDocument/2006/relationships/notesSlide" Target="/ppt/notesSlides/notesSlide143.xml" Id="R58e3d65b9feb40a1" /></Relationships>
</file>

<file path=ppt/slides/_rels/slide1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7abbc57700457b" /><Relationship Type="http://schemas.openxmlformats.org/officeDocument/2006/relationships/image" Target="/ppt/media/image144.png" Id="R27e8cd6ee32c4ead" /><Relationship Type="http://schemas.openxmlformats.org/officeDocument/2006/relationships/notesSlide" Target="/ppt/notesSlides/notesSlide144.xml" Id="R29015baf8ffd4f93" /></Relationships>
</file>

<file path=ppt/slides/_rels/slide1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da52f5a7c4cae" /><Relationship Type="http://schemas.openxmlformats.org/officeDocument/2006/relationships/image" Target="/ppt/media/image145.png" Id="Rc995e6b3380a4345" /><Relationship Type="http://schemas.openxmlformats.org/officeDocument/2006/relationships/notesSlide" Target="/ppt/notesSlides/notesSlide145.xml" Id="Re827bbfad1504e12" /></Relationships>
</file>

<file path=ppt/slides/_rels/slide1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de8d9cb8b34f01" /><Relationship Type="http://schemas.openxmlformats.org/officeDocument/2006/relationships/image" Target="/ppt/media/image146.png" Id="Rcb458bbb012f40d5" /><Relationship Type="http://schemas.openxmlformats.org/officeDocument/2006/relationships/notesSlide" Target="/ppt/notesSlides/notesSlide146.xml" Id="R5cfc4242240a47cb" /></Relationships>
</file>

<file path=ppt/slides/_rels/slide1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76d39e8f3407b" /><Relationship Type="http://schemas.openxmlformats.org/officeDocument/2006/relationships/image" Target="/ppt/media/image147.png" Id="R600496d2fab44ed6" /><Relationship Type="http://schemas.openxmlformats.org/officeDocument/2006/relationships/notesSlide" Target="/ppt/notesSlides/notesSlide147.xml" Id="R2043fba6ae124421" /></Relationships>
</file>

<file path=ppt/slides/_rels/slide1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efe10234ca493f" /><Relationship Type="http://schemas.openxmlformats.org/officeDocument/2006/relationships/image" Target="/ppt/media/image148.png" Id="R5ef9174f96964743" /><Relationship Type="http://schemas.openxmlformats.org/officeDocument/2006/relationships/notesSlide" Target="/ppt/notesSlides/notesSlide148.xml" Id="R3b1158e5cc664f96" /></Relationships>
</file>

<file path=ppt/slides/_rels/slide1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01d0385764c38" /><Relationship Type="http://schemas.openxmlformats.org/officeDocument/2006/relationships/image" Target="/ppt/media/image149.png" Id="R29f20670f5bb4bb6" /><Relationship Type="http://schemas.openxmlformats.org/officeDocument/2006/relationships/notesSlide" Target="/ppt/notesSlides/notesSlide149.xml" Id="R8449086301bf4944" /></Relationships>
</file>

<file path=ppt/slides/_rels/slide1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95f4772a8b4335" /><Relationship Type="http://schemas.openxmlformats.org/officeDocument/2006/relationships/image" Target="/ppt/media/image150.png" Id="Refdaed6e913b4290" /><Relationship Type="http://schemas.openxmlformats.org/officeDocument/2006/relationships/notesSlide" Target="/ppt/notesSlides/notesSlide150.xml" Id="R8a5b828deab045c2" /></Relationships>
</file>

<file path=ppt/slides/_rels/slide1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d1a0b6ecb4697" /><Relationship Type="http://schemas.openxmlformats.org/officeDocument/2006/relationships/image" Target="/ppt/media/image151.png" Id="R481bb9d942ca4eae" /><Relationship Type="http://schemas.openxmlformats.org/officeDocument/2006/relationships/notesSlide" Target="/ppt/notesSlides/notesSlide151.xml" Id="Rb6b6d204b5a14f25" /></Relationships>
</file>

<file path=ppt/slides/_rels/slide1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408b91602a454d" /><Relationship Type="http://schemas.openxmlformats.org/officeDocument/2006/relationships/image" Target="/ppt/media/image152.png" Id="R87e620765e8b436a" /><Relationship Type="http://schemas.openxmlformats.org/officeDocument/2006/relationships/notesSlide" Target="/ppt/notesSlides/notesSlide152.xml" Id="R92d5138e55ce4a09" /></Relationships>
</file>

<file path=ppt/slides/_rels/slide1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a2aabb746043c8" /><Relationship Type="http://schemas.openxmlformats.org/officeDocument/2006/relationships/image" Target="/ppt/media/image153.png" Id="R7c63ea796fcb496e" /><Relationship Type="http://schemas.openxmlformats.org/officeDocument/2006/relationships/notesSlide" Target="/ppt/notesSlides/notesSlide153.xml" Id="R960d307e913c429c" /></Relationships>
</file>

<file path=ppt/slides/_rels/slide1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4f6a90823b4d9a" /><Relationship Type="http://schemas.openxmlformats.org/officeDocument/2006/relationships/image" Target="/ppt/media/image154.png" Id="Rb61e18e62dad476d" /><Relationship Type="http://schemas.openxmlformats.org/officeDocument/2006/relationships/notesSlide" Target="/ppt/notesSlides/notesSlide154.xml" Id="R024fde74cc2841c8" /></Relationships>
</file>

<file path=ppt/slides/_rels/slide1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14d369a984b3c" /><Relationship Type="http://schemas.openxmlformats.org/officeDocument/2006/relationships/image" Target="/ppt/media/image155.png" Id="R3a51f7d63fb547b7" /><Relationship Type="http://schemas.openxmlformats.org/officeDocument/2006/relationships/notesSlide" Target="/ppt/notesSlides/notesSlide155.xml" Id="R1c389529fa8846ff" /></Relationships>
</file>

<file path=ppt/slides/_rels/slide1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842b079ebf4a2d" /><Relationship Type="http://schemas.openxmlformats.org/officeDocument/2006/relationships/image" Target="/ppt/media/image156.png" Id="R778ec6f9222d4ea1" /><Relationship Type="http://schemas.openxmlformats.org/officeDocument/2006/relationships/notesSlide" Target="/ppt/notesSlides/notesSlide156.xml" Id="Rcc5e34fbc5b849f7" /></Relationships>
</file>

<file path=ppt/slides/_rels/slide1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4dd95466114057" /><Relationship Type="http://schemas.openxmlformats.org/officeDocument/2006/relationships/image" Target="/ppt/media/image157.png" Id="R608c646b21914e74" /><Relationship Type="http://schemas.openxmlformats.org/officeDocument/2006/relationships/notesSlide" Target="/ppt/notesSlides/notesSlide157.xml" Id="Rc16c69d1964b442b" /></Relationships>
</file>

<file path=ppt/slides/_rels/slide1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b2a9358ad43ff" /><Relationship Type="http://schemas.openxmlformats.org/officeDocument/2006/relationships/image" Target="/ppt/media/image158.png" Id="R6a991184022d4127" /><Relationship Type="http://schemas.openxmlformats.org/officeDocument/2006/relationships/notesSlide" Target="/ppt/notesSlides/notesSlide158.xml" Id="Rcae12d2169b343c1" /></Relationships>
</file>

<file path=ppt/slides/_rels/slide1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c4704ffe94e7b" /><Relationship Type="http://schemas.openxmlformats.org/officeDocument/2006/relationships/image" Target="/ppt/media/image159.png" Id="Rcfc7a00c7ad04cad" /><Relationship Type="http://schemas.openxmlformats.org/officeDocument/2006/relationships/notesSlide" Target="/ppt/notesSlides/notesSlide159.xml" Id="R288adeea8afd4c0c" /></Relationships>
</file>

<file path=ppt/slides/_rels/slide1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91a0f459f44c06" /><Relationship Type="http://schemas.openxmlformats.org/officeDocument/2006/relationships/image" Target="/ppt/media/image160.png" Id="R73530a487c1541fc" /><Relationship Type="http://schemas.openxmlformats.org/officeDocument/2006/relationships/notesSlide" Target="/ppt/notesSlides/notesSlide160.xml" Id="R6668e6d9ec4d4a49" /></Relationships>
</file>

<file path=ppt/slides/_rels/slide1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548236510748ac" /><Relationship Type="http://schemas.openxmlformats.org/officeDocument/2006/relationships/image" Target="/ppt/media/image161.png" Id="R34bd0b1a1a2943a5" /><Relationship Type="http://schemas.openxmlformats.org/officeDocument/2006/relationships/notesSlide" Target="/ppt/notesSlides/notesSlide161.xml" Id="R90ef012a333c4758" /></Relationships>
</file>

<file path=ppt/slides/_rels/slide1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a102dd2a646ed" /><Relationship Type="http://schemas.openxmlformats.org/officeDocument/2006/relationships/image" Target="/ppt/media/image162.png" Id="R3a09e41109a543d0" /><Relationship Type="http://schemas.openxmlformats.org/officeDocument/2006/relationships/notesSlide" Target="/ppt/notesSlides/notesSlide162.xml" Id="R268654ff23104594" /></Relationships>
</file>

<file path=ppt/slides/_rels/slide1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72a0d11bb4520" /><Relationship Type="http://schemas.openxmlformats.org/officeDocument/2006/relationships/image" Target="/ppt/media/image163.png" Id="R603e5401aab14c96" /><Relationship Type="http://schemas.openxmlformats.org/officeDocument/2006/relationships/notesSlide" Target="/ppt/notesSlides/notesSlide163.xml" Id="R79eb92c03a45491e" /></Relationships>
</file>

<file path=ppt/slides/_rels/slide1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4986d86d9c4ea2" /><Relationship Type="http://schemas.openxmlformats.org/officeDocument/2006/relationships/image" Target="/ppt/media/image164.png" Id="R0561b45a5050452f" /><Relationship Type="http://schemas.openxmlformats.org/officeDocument/2006/relationships/notesSlide" Target="/ppt/notesSlides/notesSlide164.xml" Id="R715b0613444b4271" /></Relationships>
</file>

<file path=ppt/slides/_rels/slide1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7cbc4643e4f77" /><Relationship Type="http://schemas.openxmlformats.org/officeDocument/2006/relationships/image" Target="/ppt/media/image165.png" Id="R6a2eabdcf6754db2" /><Relationship Type="http://schemas.openxmlformats.org/officeDocument/2006/relationships/notesSlide" Target="/ppt/notesSlides/notesSlide165.xml" Id="R3a1713b72f844dce" /></Relationships>
</file>

<file path=ppt/slides/_rels/slide1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218f93a7414eb0" /><Relationship Type="http://schemas.openxmlformats.org/officeDocument/2006/relationships/image" Target="/ppt/media/image166.png" Id="Ra0d7a13ee47349da" /><Relationship Type="http://schemas.openxmlformats.org/officeDocument/2006/relationships/notesSlide" Target="/ppt/notesSlides/notesSlide166.xml" Id="Rfd5262c25e8f49fb" /></Relationships>
</file>

<file path=ppt/slides/_rels/slide1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251487393942fe" /><Relationship Type="http://schemas.openxmlformats.org/officeDocument/2006/relationships/image" Target="/ppt/media/image167.png" Id="Rbff6c5b07362437e" /><Relationship Type="http://schemas.openxmlformats.org/officeDocument/2006/relationships/notesSlide" Target="/ppt/notesSlides/notesSlide167.xml" Id="R13d1f0a2f3aa49ab" /></Relationships>
</file>

<file path=ppt/slides/_rels/slide1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de2b0ce3742ef" /><Relationship Type="http://schemas.openxmlformats.org/officeDocument/2006/relationships/image" Target="/ppt/media/image168.png" Id="Rdb89ad497fd744f7" /><Relationship Type="http://schemas.openxmlformats.org/officeDocument/2006/relationships/notesSlide" Target="/ppt/notesSlides/notesSlide168.xml" Id="R3dd4510d8d094318" /></Relationships>
</file>

<file path=ppt/slides/_rels/slide1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bb6fcda6b4429d" /><Relationship Type="http://schemas.openxmlformats.org/officeDocument/2006/relationships/image" Target="/ppt/media/image169.png" Id="R51cc287ecdc34b09" /><Relationship Type="http://schemas.openxmlformats.org/officeDocument/2006/relationships/notesSlide" Target="/ppt/notesSlides/notesSlide169.xml" Id="R82af50098c7c4d9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5a7c26fd84457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93591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6f393dc654bb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7977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a6198c27c4194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46555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de566facf5472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80341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0710acb6a48d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200771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72bdd63a06427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40110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d356f4e4e848e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08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8437331b4463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557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26faca932405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2500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c4aa98a681469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7604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89abf67c414ac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68461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555ffef0324b6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75751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5d4e2296d41a7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02666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5b708cb544f1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013320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8d09b2b2942c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075706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51a5579b8448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5709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c51448a0f45f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19112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113e5cb8d14d4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71974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cccf0d46984ea1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5970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bed536597748e7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02815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ceffbdaf464ba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08295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24aa8b3cb4067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29329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119f36dd64df6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93382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9da82def77486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94711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bd2264a9af4bf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28548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6367c1596477e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886381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5df51ed104d6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703455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3688f592e742c4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496783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6845f31391437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718121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0543b26ea9492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688350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2eaa7f3d234d5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115555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2d90ef56c4f9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341332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a1944b50a948b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72086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7a3c0605246b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338780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b0c4d888b94f4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07972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a5bab712bf4643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4416632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c31b52ff52450e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32451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10530e67c44ee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703645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71dbff1a844231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10026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6e955ad63a4fa3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32030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b790f99b204501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081891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0d33eeb58450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2540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b19ea749e3405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759063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901e202c49430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84984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fcf0abbc2d40a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105137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7a6df8753d4a1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293550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6d127581641c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127936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2f8dd1c09a4ca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205887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4b394349884ea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5074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3fadd07b084787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803502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07516afec246f6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285477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cd9296130413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14251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95346cfd04b8e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507952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155052bdf9478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735301"/>
      </p:ext>
    </p:extLst>
  </p:cSld>
</p:sld>
</file>

<file path=ppt/slides/slide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2f66e7436438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879517"/>
      </p:ext>
    </p:extLst>
  </p:cSld>
</p:sld>
</file>

<file path=ppt/slides/slide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814c4998b47f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07142"/>
      </p:ext>
    </p:extLst>
  </p:cSld>
</p:sld>
</file>

<file path=ppt/slides/slide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5f89e9704b45a4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557647"/>
      </p:ext>
    </p:extLst>
  </p:cSld>
</p:sld>
</file>

<file path=ppt/slides/slide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841ced86d2422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480333"/>
      </p:ext>
    </p:extLst>
  </p:cSld>
</p:sld>
</file>

<file path=ppt/slides/slide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539ab0c0bd49f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825826"/>
      </p:ext>
    </p:extLst>
  </p:cSld>
</p:sld>
</file>

<file path=ppt/slides/slide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f2df5a0ad478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426431"/>
      </p:ext>
    </p:extLst>
  </p:cSld>
</p:sld>
</file>

<file path=ppt/slides/slide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656b3db7f463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7280"/>
      </p:ext>
    </p:extLst>
  </p:cSld>
</p:sld>
</file>

<file path=ppt/slides/slide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f0c692a30458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928715"/>
      </p:ext>
    </p:extLst>
  </p:cSld>
</p:sld>
</file>

<file path=ppt/slides/slide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a89343d2df42a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908767"/>
      </p:ext>
    </p:extLst>
  </p:cSld>
</p:sld>
</file>

<file path=ppt/slides/slide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cdcbf334647e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973234"/>
      </p:ext>
    </p:extLst>
  </p:cSld>
</p:sld>
</file>

<file path=ppt/slides/slide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4d6cad7c4a402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824437"/>
      </p:ext>
    </p:extLst>
  </p:cSld>
</p:sld>
</file>

<file path=ppt/slides/slide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f2644a1b74e8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299724"/>
      </p:ext>
    </p:extLst>
  </p:cSld>
</p:sld>
</file>

<file path=ppt/slides/slide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11f6a055c4ec7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7945"/>
      </p:ext>
    </p:extLst>
  </p:cSld>
</p:sld>
</file>

<file path=ppt/slides/slide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308b55ffe3494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460627"/>
      </p:ext>
    </p:extLst>
  </p:cSld>
</p:sld>
</file>

<file path=ppt/slides/slide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db8097f38a4c5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226350"/>
      </p:ext>
    </p:extLst>
  </p:cSld>
</p:sld>
</file>

<file path=ppt/slides/slide7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f8d06c95544ea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619937"/>
      </p:ext>
    </p:extLst>
  </p:cSld>
</p:sld>
</file>

<file path=ppt/slides/slide7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32e28024f14494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9572627"/>
      </p:ext>
    </p:extLst>
  </p:cSld>
</p:sld>
</file>

<file path=ppt/slides/slide7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50d3f90ff547ce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293472"/>
      </p:ext>
    </p:extLst>
  </p:cSld>
</p:sld>
</file>

<file path=ppt/slides/slide7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87da11c524914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367578"/>
      </p:ext>
    </p:extLst>
  </p:cSld>
</p:sld>
</file>

<file path=ppt/slides/slide7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c2a5dc9824193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606155"/>
      </p:ext>
    </p:extLst>
  </p:cSld>
</p:sld>
</file>

<file path=ppt/slides/slide7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a8f4795e70481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73805"/>
      </p:ext>
    </p:extLst>
  </p:cSld>
</p:sld>
</file>

<file path=ppt/slides/slide7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3ccde5b154d4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6265282"/>
      </p:ext>
    </p:extLst>
  </p:cSld>
</p:sld>
</file>

<file path=ppt/slides/slide7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b6297b59b3491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379016"/>
      </p:ext>
    </p:extLst>
  </p:cSld>
</p:sld>
</file>

<file path=ppt/slides/slide7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b83eba59d4ea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58519"/>
      </p:ext>
    </p:extLst>
  </p:cSld>
</p:sld>
</file>

<file path=ppt/slides/slide7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95d1562921456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466590"/>
      </p:ext>
    </p:extLst>
  </p:cSld>
</p:sld>
</file>

<file path=ppt/slides/slide8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388f685ea3471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502074"/>
      </p:ext>
    </p:extLst>
  </p:cSld>
</p:sld>
</file>

<file path=ppt/slides/slide8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ca958100f441de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437037"/>
      </p:ext>
    </p:extLst>
  </p:cSld>
</p:sld>
</file>

<file path=ppt/slides/slide8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7c88515314383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151251"/>
      </p:ext>
    </p:extLst>
  </p:cSld>
</p:sld>
</file>

<file path=ppt/slides/slide8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e09b28fa54fb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551867"/>
      </p:ext>
    </p:extLst>
  </p:cSld>
</p:sld>
</file>

<file path=ppt/slides/slide8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3886f29661434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909882"/>
      </p:ext>
    </p:extLst>
  </p:cSld>
</p:sld>
</file>

<file path=ppt/slides/slide8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2356009f147c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747035"/>
      </p:ext>
    </p:extLst>
  </p:cSld>
</p:sld>
</file>

<file path=ppt/slides/slide8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df274b1014527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145697"/>
      </p:ext>
    </p:extLst>
  </p:cSld>
</p:sld>
</file>

<file path=ppt/slides/slide8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75c6b15cf246e3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569622"/>
      </p:ext>
    </p:extLst>
  </p:cSld>
</p:sld>
</file>

<file path=ppt/slides/slide8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8855c2aae746a7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44739"/>
      </p:ext>
    </p:extLst>
  </p:cSld>
</p:sld>
</file>

<file path=ppt/slides/slide8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8770088f642d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147953"/>
      </p:ext>
    </p:extLst>
  </p:cSld>
</p:sld>
</file>

<file path=ppt/slides/slide9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8bc10b005e4d64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432364"/>
      </p:ext>
    </p:extLst>
  </p:cSld>
</p:sld>
</file>

<file path=ppt/slides/slide9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d242759ce4c2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97381"/>
      </p:ext>
    </p:extLst>
  </p:cSld>
</p:sld>
</file>

<file path=ppt/slides/slide9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ca65a522844f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762929"/>
      </p:ext>
    </p:extLst>
  </p:cSld>
</p:sld>
</file>

<file path=ppt/slides/slide9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880f1afeb4d3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681925"/>
      </p:ext>
    </p:extLst>
  </p:cSld>
</p:sld>
</file>

<file path=ppt/slides/slide9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34edc3815847d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090658"/>
      </p:ext>
    </p:extLst>
  </p:cSld>
</p:sld>
</file>

<file path=ppt/slides/slide9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904926f5f433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585069"/>
      </p:ext>
    </p:extLst>
  </p:cSld>
</p:sld>
</file>

<file path=ppt/slides/slide9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7d94ed8124317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444820"/>
      </p:ext>
    </p:extLst>
  </p:cSld>
</p:sld>
</file>

<file path=ppt/slides/slide9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b986a122542b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768330"/>
      </p:ext>
    </p:extLst>
  </p:cSld>
</p:sld>
</file>

<file path=ppt/slides/slide9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a3c7208edc4c23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788882"/>
      </p:ext>
    </p:extLst>
  </p:cSld>
</p:sld>
</file>

<file path=ppt/slides/slide9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7b6616ca9f4df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560029"/>
      </p:ext>
    </p:extLst>
  </p:cSld>
</p:sld>
</file>

<file path=ppt/slides/slide10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baa38da9d5433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9232"/>
      </p:ext>
    </p:extLst>
  </p:cSld>
</p:sld>
</file>

<file path=ppt/slides/slide10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2c93d0109428e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76723"/>
      </p:ext>
    </p:extLst>
  </p:cSld>
</p:sld>
</file>

<file path=ppt/slides/slide10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4ac0da868548d1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2261436"/>
      </p:ext>
    </p:extLst>
  </p:cSld>
</p:sld>
</file>

<file path=ppt/slides/slide10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bb5fc922a24da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797806"/>
      </p:ext>
    </p:extLst>
  </p:cSld>
</p:sld>
</file>

<file path=ppt/slides/slide10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665afb7e24573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20299"/>
      </p:ext>
    </p:extLst>
  </p:cSld>
</p:sld>
</file>

<file path=ppt/slides/slide10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e91d9ced34d8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11241"/>
      </p:ext>
    </p:extLst>
  </p:cSld>
</p:sld>
</file>

<file path=ppt/slides/slide10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e20220e2c4f4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395676"/>
      </p:ext>
    </p:extLst>
  </p:cSld>
</p:sld>
</file>

<file path=ppt/slides/slide10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7426eb211f4b7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83809"/>
      </p:ext>
    </p:extLst>
  </p:cSld>
</p:sld>
</file>

<file path=ppt/slides/slide10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1cdf2cbbde416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486310"/>
      </p:ext>
    </p:extLst>
  </p:cSld>
</p:sld>
</file>

<file path=ppt/slides/slide10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2fd519eb814de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555500"/>
      </p:ext>
    </p:extLst>
  </p:cSld>
</p:sld>
</file>

<file path=ppt/slides/slide1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04e469923c47a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802209"/>
      </p:ext>
    </p:extLst>
  </p:cSld>
</p:sld>
</file>

<file path=ppt/slides/slide1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87913833ad4ea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874668"/>
      </p:ext>
    </p:extLst>
  </p:cSld>
</p:sld>
</file>

<file path=ppt/slides/slide1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89ff61b0be4416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165537"/>
      </p:ext>
    </p:extLst>
  </p:cSld>
</p:sld>
</file>

<file path=ppt/slides/slide1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62a402550479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285720"/>
      </p:ext>
    </p:extLst>
  </p:cSld>
</p:sld>
</file>

<file path=ppt/slides/slide1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dc2588de834f5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72188"/>
      </p:ext>
    </p:extLst>
  </p:cSld>
</p:sld>
</file>

<file path=ppt/slides/slide1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61bde07834e8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411572"/>
      </p:ext>
    </p:extLst>
  </p:cSld>
</p:sld>
</file>

<file path=ppt/slides/slide1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da1d78fc63442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57495"/>
      </p:ext>
    </p:extLst>
  </p:cSld>
</p:sld>
</file>

<file path=ppt/slides/slide1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d323e5bea84ab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861539"/>
      </p:ext>
    </p:extLst>
  </p:cSld>
</p:sld>
</file>

<file path=ppt/slides/slide1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60fde05e87400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95777"/>
      </p:ext>
    </p:extLst>
  </p:cSld>
</p:sld>
</file>

<file path=ppt/slides/slide1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667bf55071451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512787"/>
      </p:ext>
    </p:extLst>
  </p:cSld>
</p:sld>
</file>

<file path=ppt/slides/slide1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6b33a6f3f494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297658"/>
      </p:ext>
    </p:extLst>
  </p:cSld>
</p:sld>
</file>

<file path=ppt/slides/slide1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e0bd2d5c2d4a84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556615"/>
      </p:ext>
    </p:extLst>
  </p:cSld>
</p:sld>
</file>

<file path=ppt/slides/slide1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f43fc843b747d6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969366"/>
      </p:ext>
    </p:extLst>
  </p:cSld>
</p:sld>
</file>

<file path=ppt/slides/slide1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c70a769d44ff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426143"/>
      </p:ext>
    </p:extLst>
  </p:cSld>
</p:sld>
</file>

<file path=ppt/slides/slide1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b243edfe664d6b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02773"/>
      </p:ext>
    </p:extLst>
  </p:cSld>
</p:sld>
</file>

<file path=ppt/slides/slide1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7357cc4df4d9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9446475"/>
      </p:ext>
    </p:extLst>
  </p:cSld>
</p:sld>
</file>

<file path=ppt/slides/slide1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571e2487cb47a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409797"/>
      </p:ext>
    </p:extLst>
  </p:cSld>
</p:sld>
</file>

<file path=ppt/slides/slide1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a44c6d99a4e0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689558"/>
      </p:ext>
    </p:extLst>
  </p:cSld>
</p:sld>
</file>

<file path=ppt/slides/slide1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bfbba435445b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256568"/>
      </p:ext>
    </p:extLst>
  </p:cSld>
</p:sld>
</file>

<file path=ppt/slides/slide1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f8c089fa634c8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064893"/>
      </p:ext>
    </p:extLst>
  </p:cSld>
</p:sld>
</file>

<file path=ppt/slides/slide1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f6e75359b498e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3993410"/>
      </p:ext>
    </p:extLst>
  </p:cSld>
</p:sld>
</file>

<file path=ppt/slides/slide1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51f87cbd124d73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224616"/>
      </p:ext>
    </p:extLst>
  </p:cSld>
</p:sld>
</file>

<file path=ppt/slides/slide1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c7743c26394196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540064"/>
      </p:ext>
    </p:extLst>
  </p:cSld>
</p:sld>
</file>

<file path=ppt/slides/slide1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430b6a98f4ed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829697"/>
      </p:ext>
    </p:extLst>
  </p:cSld>
</p:sld>
</file>

<file path=ppt/slides/slide1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5f41671a794688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308367"/>
      </p:ext>
    </p:extLst>
  </p:cSld>
</p:sld>
</file>

<file path=ppt/slides/slide1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6d88df8c6438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066764"/>
      </p:ext>
    </p:extLst>
  </p:cSld>
</p:sld>
</file>

<file path=ppt/slides/slide1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5596ee62f4d3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268740"/>
      </p:ext>
    </p:extLst>
  </p:cSld>
</p:sld>
</file>

<file path=ppt/slides/slide1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f8ec8e4b72401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90093"/>
      </p:ext>
    </p:extLst>
  </p:cSld>
</p:sld>
</file>

<file path=ppt/slides/slide1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d71f7325b4c9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4410465"/>
      </p:ext>
    </p:extLst>
  </p:cSld>
</p:sld>
</file>

<file path=ppt/slides/slide1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0eecb529241d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794101"/>
      </p:ext>
    </p:extLst>
  </p:cSld>
</p:sld>
</file>

<file path=ppt/slides/slide1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e51cf759294df6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21309"/>
      </p:ext>
    </p:extLst>
  </p:cSld>
</p:sld>
</file>

<file path=ppt/slides/slide1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6ac75f065b4907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261088"/>
      </p:ext>
    </p:extLst>
  </p:cSld>
</p:sld>
</file>

<file path=ppt/slides/slide1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96725009b43b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263201"/>
      </p:ext>
    </p:extLst>
  </p:cSld>
</p:sld>
</file>

<file path=ppt/slides/slide1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c4a7ce8e54dd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457602"/>
      </p:ext>
    </p:extLst>
  </p:cSld>
</p:sld>
</file>

<file path=ppt/slides/slide1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8cd6ee32c4ea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233812"/>
      </p:ext>
    </p:extLst>
  </p:cSld>
</p:sld>
</file>

<file path=ppt/slides/slide1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95e6b3380a434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629364"/>
      </p:ext>
    </p:extLst>
  </p:cSld>
</p:sld>
</file>

<file path=ppt/slides/slide1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458bbb012f40d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74120"/>
      </p:ext>
    </p:extLst>
  </p:cSld>
</p:sld>
</file>

<file path=ppt/slides/slide1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496d2fab44ed6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6802918"/>
      </p:ext>
    </p:extLst>
  </p:cSld>
</p:sld>
</file>

<file path=ppt/slides/slide1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f9174f96964743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17937"/>
      </p:ext>
    </p:extLst>
  </p:cSld>
</p:sld>
</file>

<file path=ppt/slides/slide1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20670f5bb4bb6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807631"/>
      </p:ext>
    </p:extLst>
  </p:cSld>
</p:sld>
</file>

<file path=ppt/slides/slide1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aed6e913b429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800495"/>
      </p:ext>
    </p:extLst>
  </p:cSld>
</p:sld>
</file>

<file path=ppt/slides/slide1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1bb9d942ca4eae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846996"/>
      </p:ext>
    </p:extLst>
  </p:cSld>
</p:sld>
</file>

<file path=ppt/slides/slide1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620765e8b436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92966"/>
      </p:ext>
    </p:extLst>
  </p:cSld>
</p:sld>
</file>

<file path=ppt/slides/slide1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3ea796fcb496e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439271"/>
      </p:ext>
    </p:extLst>
  </p:cSld>
</p:sld>
</file>

<file path=ppt/slides/slide1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1e18e62dad476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793177"/>
      </p:ext>
    </p:extLst>
  </p:cSld>
</p:sld>
</file>

<file path=ppt/slides/slide15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51f7d63fb547b7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769757"/>
      </p:ext>
    </p:extLst>
  </p:cSld>
</p:sld>
</file>

<file path=ppt/slides/slide15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8ec6f9222d4ea1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360958"/>
      </p:ext>
    </p:extLst>
  </p:cSld>
</p:sld>
</file>

<file path=ppt/slides/slide15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c646b21914e74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080870"/>
      </p:ext>
    </p:extLst>
  </p:cSld>
</p:sld>
</file>

<file path=ppt/slides/slide15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991184022d4127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14367"/>
      </p:ext>
    </p:extLst>
  </p:cSld>
</p:sld>
</file>

<file path=ppt/slides/slide15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c7a00c7ad04cad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5349312"/>
      </p:ext>
    </p:extLst>
  </p:cSld>
</p:sld>
</file>

<file path=ppt/slides/slide16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530a487c1541fc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13643"/>
      </p:ext>
    </p:extLst>
  </p:cSld>
</p:sld>
</file>

<file path=ppt/slides/slide16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bd0b1a1a2943a5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5756880"/>
      </p:ext>
    </p:extLst>
  </p:cSld>
</p:sld>
</file>

<file path=ppt/slides/slide16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9e41109a543d0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111101"/>
      </p:ext>
    </p:extLst>
  </p:cSld>
</p:sld>
</file>

<file path=ppt/slides/slide16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3e5401aab14c96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657352"/>
      </p:ext>
    </p:extLst>
  </p:cSld>
</p:sld>
</file>

<file path=ppt/slides/slide16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1b45a5050452f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071789"/>
      </p:ext>
    </p:extLst>
  </p:cSld>
</p:sld>
</file>

<file path=ppt/slides/slide16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2eabdcf6754db2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76279"/>
      </p:ext>
    </p:extLst>
  </p:cSld>
</p:sld>
</file>

<file path=ppt/slides/slide16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d7a13ee47349da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0293195"/>
      </p:ext>
    </p:extLst>
  </p:cSld>
</p:sld>
</file>

<file path=ppt/slides/slide16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6c5b07362437e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855034"/>
      </p:ext>
    </p:extLst>
  </p:cSld>
</p:sld>
</file>

<file path=ppt/slides/slide16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89ad497fd744f7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167010"/>
      </p:ext>
    </p:extLst>
  </p:cSld>
</p:sld>
</file>

<file path=ppt/slides/slide16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cc287ecdc34b09"/>
          <a:stretch xmlns:a="http://schemas.openxmlformats.org/drawingml/2006/main"/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6990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2026-09-17T07:51:15.5140000Z</dcterms:created>
  <dcterms:modified xsi:type="dcterms:W3CDTF">2026-09-17T07:51:15.5150000Z</dcterms:modified>
</coreProperties>
</file>